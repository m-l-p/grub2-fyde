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05" r:id="rId2"/>
    <p:sldId id="406" r:id="rId3"/>
    <p:sldId id="410" r:id="rId4"/>
    <p:sldId id="411" r:id="rId5"/>
    <p:sldId id="401" r:id="rId6"/>
    <p:sldId id="402" r:id="rId7"/>
    <p:sldId id="412" r:id="rId8"/>
    <p:sldId id="413" r:id="rId9"/>
    <p:sldId id="407" r:id="rId10"/>
    <p:sldId id="409" r:id="rId11"/>
    <p:sldId id="408" r:id="rId12"/>
    <p:sldId id="414" r:id="rId13"/>
    <p:sldId id="415" r:id="rId14"/>
    <p:sldId id="416" r:id="rId15"/>
    <p:sldId id="417" r:id="rId16"/>
    <p:sldId id="418" r:id="rId17"/>
    <p:sldId id="419" r:id="rId18"/>
    <p:sldId id="420" r:id="rId19"/>
    <p:sldId id="421" r:id="rId20"/>
    <p:sldId id="422" r:id="rId21"/>
    <p:sldId id="423" r:id="rId22"/>
    <p:sldId id="424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</p:sldIdLst>
  <p:sldSz cx="4876800" cy="4876800"/>
  <p:notesSz cx="6858000" cy="9144000"/>
  <p:defaultTextStyle>
    <a:defPPr>
      <a:defRPr lang="zh-CN"/>
    </a:defPPr>
    <a:lvl1pPr marL="0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1pPr>
    <a:lvl2pPr marL="234086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2pPr>
    <a:lvl3pPr marL="468173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3pPr>
    <a:lvl4pPr marL="702259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4pPr>
    <a:lvl5pPr marL="936346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5pPr>
    <a:lvl6pPr marL="1170432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6pPr>
    <a:lvl7pPr marL="1404518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7pPr>
    <a:lvl8pPr marL="1638605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8pPr>
    <a:lvl9pPr marL="1872691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主题" id="{A5A6EFA8-38AF-4035-BB49-4E42200D695F}">
          <p14:sldIdLst>
            <p14:sldId id="405"/>
            <p14:sldId id="406"/>
            <p14:sldId id="410"/>
            <p14:sldId id="411"/>
            <p14:sldId id="401"/>
            <p14:sldId id="402"/>
            <p14:sldId id="412"/>
            <p14:sldId id="413"/>
            <p14:sldId id="407"/>
            <p14:sldId id="409"/>
          </p14:sldIdLst>
        </p14:section>
        <p14:section name="海报" id="{2355AEFD-056D-4075-BCA8-75C7F36BEBB9}">
          <p14:sldIdLst>
            <p14:sldId id="408"/>
          </p14:sldIdLst>
        </p14:section>
        <p14:section name="不动" id="{9B92EEC8-D996-4ECD-A867-F26451A4F26D}">
          <p14:sldIdLst>
            <p14:sldId id="414"/>
            <p14:sldId id="415"/>
            <p14:sldId id="416"/>
          </p14:sldIdLst>
        </p14:section>
        <p14:section name="联动" id="{252247AD-EFD3-4C61-879E-CBCF0E4C586D}">
          <p14:sldIdLst>
            <p14:sldId id="417"/>
            <p14:sldId id="418"/>
          </p14:sldIdLst>
        </p14:section>
        <p14:section name="历史" id="{F40BB786-294B-4F02-8941-5E252FF12AB5}">
          <p14:sldIdLst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1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0044"/>
    <a:srgbClr val="FF9999"/>
    <a:srgbClr val="F4A460"/>
    <a:srgbClr val="FF8B8B"/>
    <a:srgbClr val="FFCCFF"/>
    <a:srgbClr val="CCCCFF"/>
    <a:srgbClr val="ADC6FF"/>
    <a:srgbClr val="F2F2F2"/>
    <a:srgbClr val="CC99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474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720" y="52"/>
      </p:cViewPr>
      <p:guideLst>
        <p:guide orient="horz" pos="1536"/>
        <p:guide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64DF6-CDCD-4F5D-8634-BF2664A5F69B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F6676-721D-4725-B072-905A105AB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95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6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报纸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534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报纸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09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102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不动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869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联动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154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联动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911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历史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213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历史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248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openfyde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921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208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子类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867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访客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532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</a:t>
            </a:r>
            <a:r>
              <a:rPr lang="en-US" altLang="zh-CN" dirty="0"/>
              <a:t>_</a:t>
            </a:r>
            <a:r>
              <a:rPr lang="zh-CN" altLang="en-US" dirty="0"/>
              <a:t>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67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</a:t>
            </a:r>
            <a:r>
              <a:rPr lang="en-US" altLang="zh-CN" dirty="0"/>
              <a:t>_</a:t>
            </a:r>
            <a:r>
              <a:rPr lang="zh-CN" altLang="en-US" dirty="0"/>
              <a:t>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2378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698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582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215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8794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8192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582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486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9986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2822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975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5000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3692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0809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7228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187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54489-0932-5BC5-B2DE-D1D67A739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98125"/>
            <a:ext cx="3657600" cy="169784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AC194A-F26C-E0D7-1248-4DFE6C84C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561449"/>
            <a:ext cx="3657600" cy="1177431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F303B3-C054-3D5C-B76C-E7C22B3B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0C84F6-A41C-D3C3-D028-09EAFC46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5A461F-715E-30C3-E7C1-83514677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18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4CC30-EABE-3117-E941-A47F5318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62833-8914-98C1-4D33-162842BBD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E5A6D5-CF4D-ED2A-6842-D6C05EF2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11603A-306E-C2A1-3D0B-A571D5B1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65B20-0D80-04F5-1FE7-50E80CB7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22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C8135-E999-A2FA-44BF-BD567343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40" y="1215814"/>
            <a:ext cx="4206240" cy="20286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F171FC-7311-297F-88F1-A1C0A700A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2740" y="3263618"/>
            <a:ext cx="4206240" cy="106680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4E751E-33CF-0475-5DE7-3F29BA7A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1F96A3-3F1B-B2E1-01D2-F217B49E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8E914-7238-F832-FC80-A738CC5D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55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DFFC3-75FE-E373-B374-475041B7E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F27D8-AACE-A3D9-8B9D-668BA9BC6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298222"/>
            <a:ext cx="2072640" cy="30942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1A2288-8C7B-C28E-C60B-76D2F3289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68880" y="1298222"/>
            <a:ext cx="2072640" cy="30942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E38EC2-A90F-08E0-29FB-632E8838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3621C4-1305-3F83-F33D-7AF8D6DB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505DB-8119-5090-BF89-B29690C0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075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29ECD-C2EB-8D5B-8AA1-DF36AB04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5" y="259645"/>
            <a:ext cx="4206240" cy="9426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98962E-A85A-6280-9B37-566E0C130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15" y="1195494"/>
            <a:ext cx="2063115" cy="585893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F18E8D-0946-B421-165F-50560460A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15" y="1781387"/>
            <a:ext cx="2063115" cy="26201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E485AC-7015-0A3D-61D8-17C7E2BAC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68880" y="1195494"/>
            <a:ext cx="2073275" cy="585893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14E112-51A6-A800-8A7B-E05DE153D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68880" y="1781387"/>
            <a:ext cx="2073275" cy="26201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7ED163-E35F-F019-C6BE-9E96CB29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F01211-E3F3-DB02-F7AC-1F8DF705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F88CFB-7115-CEA7-9C45-88FEE89F1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647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A0250-74AA-0E4D-D21D-39EAD77C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B23E5C-4540-F6D6-01F2-CDA68C44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3C9E0F-8C04-C807-4583-1C61D1B6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B69BDE-6833-1E4F-F61D-F5A07557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41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391A35-CDB4-1860-FAE1-85E5EBF4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A1E75E-4E75-21B8-E28F-50E5FEF7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453E6-3CCF-E29C-6776-683C03ED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269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88801-275B-C9B0-72C5-E9259857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5" y="325120"/>
            <a:ext cx="1572895" cy="113792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4D3C0-00CF-B659-0D12-650E5638A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275" y="702169"/>
            <a:ext cx="2468880" cy="3465689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54B8C3-2000-59B3-0C68-DD618ADFF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5915" y="1463040"/>
            <a:ext cx="1572895" cy="2710463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4351E5-A656-C33D-DB42-852F4845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8271C9-78F1-8F6A-7882-83623CF7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F7B746-FA0A-E825-27B0-3D7E2873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1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E82BB-5A23-0403-427A-7A5BB5FF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5" y="325120"/>
            <a:ext cx="1572895" cy="113792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B6393C-AB42-8136-AFCD-FCD3FE01D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73275" y="702169"/>
            <a:ext cx="2468880" cy="3465689"/>
          </a:xfrm>
        </p:spPr>
        <p:txBody>
          <a:bodyPr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126EB6-BA43-AD89-ED4B-5D4BB2D5A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5915" y="1463040"/>
            <a:ext cx="1572895" cy="2710463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9840B4-F83E-76D0-F4EE-6CFD4915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993C4C-6AB4-DC6E-A122-9D07F442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F2AE67-07F4-49A7-FB71-E7F92F32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60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7059D-1600-8B42-BE5B-8E9382A6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412EB1-1C55-2C28-110F-54628F630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FD15FA-6164-D024-78EF-0231B9FC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2CAFB-C1BF-3082-D063-0385615D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D0C55-DA6A-32F6-BFAB-C47C8817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59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51A2FB-E197-3F12-E8B3-1839F9EA3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89960" y="259644"/>
            <a:ext cx="1051560" cy="41328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06E3DF-59F1-3C73-BAA9-76C8775FC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280" y="259644"/>
            <a:ext cx="3093720" cy="41328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76176-E98A-658C-36B5-89489DD1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44ADCF-B4F3-DE87-DA0B-D13DC4726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668E07-A6D6-00F0-1B62-8C423BFD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228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08FCD5-B5E4-276E-3F00-99C0D38B3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259645"/>
            <a:ext cx="4206240" cy="942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9FFA17-7F96-7953-0E1D-743D30CB5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280" y="1298222"/>
            <a:ext cx="4206240" cy="3094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620E8-7841-3958-BAF9-6198E2D1D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5280" y="4520072"/>
            <a:ext cx="109728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19D3C-F917-4A91-9BB4-0B0F5153D447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1987E-4983-8E56-5A04-B42024A1C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5440" y="4520072"/>
            <a:ext cx="164592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C593B4-47E9-6467-0959-189420406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44240" y="4520072"/>
            <a:ext cx="109728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24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1D4A2-C05F-F491-6CD0-4CE3291F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63FFC9B-7AF6-5527-3598-A7208667C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E7849EF-EA00-7BDD-A12B-DB9292F23429}"/>
              </a:ext>
            </a:extLst>
          </p:cNvPr>
          <p:cNvSpPr txBox="1"/>
          <p:nvPr/>
        </p:nvSpPr>
        <p:spPr>
          <a:xfrm>
            <a:off x="398779" y="3768683"/>
            <a:ext cx="25923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MV Boli" panose="02000500030200090000" pitchFamily="2" charset="0"/>
                <a:cs typeface="MV Boli" panose="02000500030200090000" pitchFamily="2" charset="0"/>
              </a:rPr>
              <a:t>Custom</a:t>
            </a:r>
            <a:endParaRPr lang="zh-CN" altLang="en-US" sz="54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CB2FEF-32C4-B8DB-A3DC-3049CC1D4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960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AEF8-6C5B-C8B1-89B3-515BBEAC2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CA140FA-FBE1-D6F4-1641-999A9A658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3698850-0953-B982-B418-7E01BD3E8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45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E4B12947-8146-D79D-5454-57A41BD8E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946805-F8FC-ACB0-5324-5BE1896E94A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" r="31084" b="1546"/>
          <a:stretch>
            <a:fillRect/>
          </a:stretch>
        </p:blipFill>
        <p:spPr>
          <a:xfrm>
            <a:off x="2438400" y="1901129"/>
            <a:ext cx="1412929" cy="10203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C800750-6CD3-AB54-C7F3-A97CE11D85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15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17BB-3BE0-116D-27B7-1E3FB8A6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0C6342B-0A66-9E56-A926-E1CDC874B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B49BB2-F1B6-ACD0-1AFB-E2FEE3B0FA1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" r="31084" b="1546"/>
          <a:stretch>
            <a:fillRect/>
          </a:stretch>
        </p:blipFill>
        <p:spPr>
          <a:xfrm>
            <a:off x="2438400" y="1901129"/>
            <a:ext cx="1412929" cy="102030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B0173FE-1817-9992-64D0-BC7C4FA959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4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7F88-692C-77D3-9733-C7174A3D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2B32C1-C1D0-8E97-ADF6-29CA9643B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BF56ED-A426-EAB1-90C9-2567C589A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15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AEF37-C674-7C05-9F3B-C7D82BC3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95AF67-18C0-CD64-3D0C-8EC337DE1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AB939D-9A9B-71E4-B723-D6DFB720A3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8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87BB-FEA8-DC46-95B6-151CB5AF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87C6C1-B2FE-71D4-172E-83B9B817F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FCD157E-964C-E893-75BE-EBD54105D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75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089C-4361-62D6-2B81-35F9A21A2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9184CC9-01C1-DE92-3839-68DC4DB4A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9A24E2-EBEA-AD65-FAB6-9523889958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44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DED3F4-DFD0-3D7A-E525-D564AE6DE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164ABE3-A9A7-D024-3B03-4613A8E80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5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54F55-1AB3-640B-0A65-A87BCFD3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E79F65-192C-A130-7ACC-57CF0CED7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017ED12-EDFB-6510-1242-4A9260028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430" y="3657430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25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DD8595-2606-81F4-A92D-746AF23E5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7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55472-A63D-69A9-272E-74A65B79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541FF3-DB37-4615-2290-5178C75AA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6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05E8-1A46-256B-5F0B-80E31D25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852AD6C-3F4A-072B-F453-83DB22724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1298-D605-77AB-81A4-D1199041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E50474-1006-B236-F7F7-40D2F7D1B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40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3E6B-B866-7EE1-966B-E7E5E991C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A6E3CE-D77C-D75A-1D9C-0B92E567C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01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46851-2B47-D82C-C632-DCEF4A513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BE17F9-58CD-462F-B267-BDD4E60C2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97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3410-240B-E9F8-5D63-EC1768B1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E6B5476-18B4-59A3-EB44-07D8039D0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40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4DBA-97B6-E988-376C-E04A0F1F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DCBB64-8E1B-8A23-97BC-362FAE743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88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B5A56-5B2B-9186-94FD-E5514F00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9266118-8736-8664-42FF-DB4F22F81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95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2DA68-E1EE-7B79-7508-FD23FF22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3CFD9B2-A7D4-62CE-FA9B-5BF344B73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3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542DE-2500-EEE6-A311-24D5E8FE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05098F-F059-82DE-B74E-EF76BA574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00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41769-E860-6958-106B-678CE376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97931F-4CBE-23CF-D91B-3EA639FE2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9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2DD69-FEDD-6F38-8E57-E5B31ADB5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C7CC0A-A92C-D07B-53DB-169C2A3B1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550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A0CF-03CA-A350-2BF9-0E8F9C67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A9B03F0-1753-8F0B-B6B1-E3E294451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97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9A5F-9574-1BB4-B111-64EA3CD84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12C6CD-B082-505E-296A-F678A7750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43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9530F-D436-3BE0-6891-82F571293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D4F3A8-D234-F29E-FAC7-30F0EE06E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45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EE98-6257-013F-5824-5F6AEE433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D1C6B8D-AF18-4522-F559-D8EC1FA85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67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B4A56-A427-7E48-7778-C969E481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3F2277-CDB1-1971-6F58-AEC8B66AD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21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4EF1-6A1C-ED8A-6E5D-962335FE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2DCD998-029B-7710-32CC-3E93A154C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98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79B04-DD0A-9DEC-4D71-19853D35C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B721EC2-D62F-8D68-6333-1D31A7851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50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E6B3-C67E-143A-4C65-7ABB696F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875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69</Words>
  <Application>Microsoft Office PowerPoint</Application>
  <PresentationFormat>自定义</PresentationFormat>
  <Paragraphs>61</Paragraphs>
  <Slides>31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等线</vt:lpstr>
      <vt:lpstr>等线 Light</vt:lpstr>
      <vt:lpstr>Arial</vt:lpstr>
      <vt:lpstr>MV Boli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revision>46</cp:revision>
  <dcterms:created xsi:type="dcterms:W3CDTF">2023-05-13T03:43:13Z</dcterms:created>
  <dcterms:modified xsi:type="dcterms:W3CDTF">2026-04-07T18:39:54Z</dcterms:modified>
</cp:coreProperties>
</file>