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4"/>
  </p:notesMasterIdLst>
  <p:sldIdLst>
    <p:sldId id="393" r:id="rId2"/>
    <p:sldId id="256" r:id="rId3"/>
    <p:sldId id="257" r:id="rId4"/>
    <p:sldId id="395" r:id="rId5"/>
    <p:sldId id="399" r:id="rId6"/>
    <p:sldId id="400" r:id="rId7"/>
    <p:sldId id="258" r:id="rId8"/>
    <p:sldId id="401" r:id="rId9"/>
    <p:sldId id="265" r:id="rId10"/>
    <p:sldId id="363" r:id="rId11"/>
    <p:sldId id="266" r:id="rId12"/>
    <p:sldId id="272" r:id="rId13"/>
    <p:sldId id="273" r:id="rId14"/>
    <p:sldId id="398" r:id="rId15"/>
    <p:sldId id="357" r:id="rId16"/>
    <p:sldId id="358" r:id="rId17"/>
    <p:sldId id="305" r:id="rId18"/>
    <p:sldId id="353" r:id="rId19"/>
    <p:sldId id="364" r:id="rId20"/>
    <p:sldId id="354" r:id="rId21"/>
    <p:sldId id="261" r:id="rId22"/>
    <p:sldId id="352" r:id="rId23"/>
    <p:sldId id="259" r:id="rId24"/>
    <p:sldId id="260" r:id="rId25"/>
    <p:sldId id="263" r:id="rId26"/>
    <p:sldId id="378" r:id="rId27"/>
    <p:sldId id="375" r:id="rId28"/>
    <p:sldId id="312" r:id="rId29"/>
    <p:sldId id="403" r:id="rId30"/>
    <p:sldId id="376" r:id="rId31"/>
    <p:sldId id="390" r:id="rId32"/>
    <p:sldId id="391" r:id="rId33"/>
    <p:sldId id="382" r:id="rId34"/>
    <p:sldId id="374" r:id="rId35"/>
    <p:sldId id="313" r:id="rId36"/>
    <p:sldId id="379" r:id="rId37"/>
    <p:sldId id="380" r:id="rId38"/>
    <p:sldId id="371" r:id="rId39"/>
    <p:sldId id="381" r:id="rId40"/>
    <p:sldId id="262" r:id="rId41"/>
    <p:sldId id="383" r:id="rId42"/>
    <p:sldId id="336" r:id="rId43"/>
    <p:sldId id="306" r:id="rId44"/>
    <p:sldId id="299" r:id="rId45"/>
    <p:sldId id="300" r:id="rId46"/>
    <p:sldId id="301" r:id="rId47"/>
    <p:sldId id="302" r:id="rId48"/>
    <p:sldId id="303" r:id="rId49"/>
    <p:sldId id="304" r:id="rId50"/>
    <p:sldId id="342" r:id="rId51"/>
    <p:sldId id="269" r:id="rId52"/>
    <p:sldId id="267" r:id="rId53"/>
    <p:sldId id="268" r:id="rId54"/>
    <p:sldId id="384" r:id="rId55"/>
    <p:sldId id="270" r:id="rId56"/>
    <p:sldId id="271" r:id="rId57"/>
    <p:sldId id="310" r:id="rId58"/>
    <p:sldId id="307" r:id="rId59"/>
    <p:sldId id="316" r:id="rId60"/>
    <p:sldId id="314" r:id="rId61"/>
    <p:sldId id="315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274" r:id="rId81"/>
    <p:sldId id="275" r:id="rId82"/>
    <p:sldId id="276" r:id="rId83"/>
    <p:sldId id="277" r:id="rId84"/>
    <p:sldId id="278" r:id="rId85"/>
    <p:sldId id="279" r:id="rId86"/>
    <p:sldId id="280" r:id="rId87"/>
    <p:sldId id="281" r:id="rId88"/>
    <p:sldId id="282" r:id="rId89"/>
    <p:sldId id="283" r:id="rId90"/>
    <p:sldId id="284" r:id="rId91"/>
    <p:sldId id="285" r:id="rId92"/>
    <p:sldId id="286" r:id="rId93"/>
    <p:sldId id="287" r:id="rId94"/>
    <p:sldId id="288" r:id="rId95"/>
    <p:sldId id="289" r:id="rId96"/>
    <p:sldId id="290" r:id="rId97"/>
    <p:sldId id="291" r:id="rId98"/>
    <p:sldId id="292" r:id="rId99"/>
    <p:sldId id="293" r:id="rId100"/>
    <p:sldId id="294" r:id="rId101"/>
    <p:sldId id="295" r:id="rId102"/>
    <p:sldId id="296" r:id="rId103"/>
    <p:sldId id="297" r:id="rId104"/>
    <p:sldId id="298" r:id="rId105"/>
    <p:sldId id="343" r:id="rId106"/>
    <p:sldId id="344" r:id="rId107"/>
    <p:sldId id="345" r:id="rId108"/>
    <p:sldId id="359" r:id="rId109"/>
    <p:sldId id="385" r:id="rId110"/>
    <p:sldId id="392" r:id="rId111"/>
    <p:sldId id="386" r:id="rId112"/>
    <p:sldId id="387" r:id="rId113"/>
  </p:sldIdLst>
  <p:sldSz cx="4876800" cy="4876800"/>
  <p:notesSz cx="6858000" cy="9144000"/>
  <p:defaultTextStyle>
    <a:defPPr>
      <a:defRPr lang="zh-CN"/>
    </a:defPPr>
    <a:lvl1pPr marL="0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1pPr>
    <a:lvl2pPr marL="234086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2pPr>
    <a:lvl3pPr marL="468173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3pPr>
    <a:lvl4pPr marL="702259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4pPr>
    <a:lvl5pPr marL="936346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5pPr>
    <a:lvl6pPr marL="1170432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6pPr>
    <a:lvl7pPr marL="1404518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7pPr>
    <a:lvl8pPr marL="1638605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8pPr>
    <a:lvl9pPr marL="1872691" algn="l" defTabSz="468173" rtl="0" eaLnBrk="1" latinLnBrk="0" hangingPunct="1">
      <a:defRPr sz="92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启动" id="{233E4796-CB52-44D9-BBC7-F958366DC2B0}">
          <p14:sldIdLst>
            <p14:sldId id="393"/>
            <p14:sldId id="256"/>
            <p14:sldId id="257"/>
            <p14:sldId id="395"/>
            <p14:sldId id="399"/>
            <p14:sldId id="400"/>
            <p14:sldId id="258"/>
            <p14:sldId id="401"/>
            <p14:sldId id="265"/>
            <p14:sldId id="363"/>
          </p14:sldIdLst>
        </p14:section>
        <p14:section name="启事" id="{282EB9CB-0ED9-44B1-8463-84F7A8727756}">
          <p14:sldIdLst>
            <p14:sldId id="266"/>
            <p14:sldId id="272"/>
            <p14:sldId id="273"/>
            <p14:sldId id="398"/>
            <p14:sldId id="357"/>
            <p14:sldId id="358"/>
          </p14:sldIdLst>
        </p14:section>
        <p14:section name="隐藏" id="{54F22C03-EC78-4F84-B474-CC6968EEFE16}">
          <p14:sldIdLst>
            <p14:sldId id="305"/>
            <p14:sldId id="353"/>
            <p14:sldId id="364"/>
            <p14:sldId id="354"/>
            <p14:sldId id="261"/>
            <p14:sldId id="352"/>
          </p14:sldIdLst>
        </p14:section>
        <p14:section name="菜单" id="{3F6487C9-2369-4C34-A9C4-AF6BD90E1C25}">
          <p14:sldIdLst>
            <p14:sldId id="259"/>
            <p14:sldId id="260"/>
            <p14:sldId id="263"/>
            <p14:sldId id="378"/>
          </p14:sldIdLst>
        </p14:section>
        <p14:section name="设置" id="{44524EF9-4F58-4B1F-B2A4-1C86A1C7D0EC}">
          <p14:sldIdLst>
            <p14:sldId id="375"/>
            <p14:sldId id="312"/>
            <p14:sldId id="403"/>
            <p14:sldId id="376"/>
          </p14:sldIdLst>
        </p14:section>
        <p14:section name="关于" id="{6AFF37D5-FBAE-44E9-B645-7BADE2D229B7}">
          <p14:sldIdLst>
            <p14:sldId id="390"/>
            <p14:sldId id="391"/>
            <p14:sldId id="382"/>
            <p14:sldId id="374"/>
          </p14:sldIdLst>
        </p14:section>
        <p14:section name="设备" id="{1D949057-02DC-44B5-9266-16942E2D64D2}">
          <p14:sldIdLst>
            <p14:sldId id="313"/>
            <p14:sldId id="379"/>
            <p14:sldId id="380"/>
            <p14:sldId id="371"/>
            <p14:sldId id="381"/>
          </p14:sldIdLst>
        </p14:section>
        <p14:section name="主题" id="{A5A6EFA8-38AF-4035-BB49-4E42200D695F}">
          <p14:sldIdLst>
            <p14:sldId id="262"/>
          </p14:sldIdLst>
        </p14:section>
        <p14:section name="偏好" id="{8EE319C7-A79F-4112-A36C-64C3D4F3215F}">
          <p14:sldIdLst>
            <p14:sldId id="383"/>
            <p14:sldId id="336"/>
            <p14:sldId id="306"/>
          </p14:sldIdLst>
        </p14:section>
        <p14:section name="倒计时" id="{34281B1F-83F4-464B-AAC4-AF6B25BA6765}">
          <p14:sldIdLst>
            <p14:sldId id="299"/>
            <p14:sldId id="300"/>
            <p14:sldId id="301"/>
            <p14:sldId id="302"/>
            <p14:sldId id="303"/>
            <p14:sldId id="304"/>
            <p14:sldId id="342"/>
          </p14:sldIdLst>
        </p14:section>
        <p14:section name="语言" id="{CBAA380C-DA61-4D77-8CC9-4A05ECC18578}">
          <p14:sldIdLst>
            <p14:sldId id="269"/>
            <p14:sldId id="267"/>
            <p14:sldId id="268"/>
            <p14:sldId id="384"/>
          </p14:sldIdLst>
        </p14:section>
        <p14:section name="槽位" id="{D51E48D9-7C81-4C87-BA4F-ED6BCABE5B04}">
          <p14:sldIdLst>
            <p14:sldId id="270"/>
            <p14:sldId id="271"/>
          </p14:sldIdLst>
        </p14:section>
        <p14:section name="定时" id="{BD1CCC89-D5BB-4310-B73F-269B74148CC4}">
          <p14:sldIdLst>
            <p14:sldId id="310"/>
            <p14:sldId id="307"/>
            <p14:sldId id="316"/>
            <p14:sldId id="314"/>
            <p14:sldId id="315"/>
          </p14:sldIdLst>
        </p14:section>
        <p14:section name="破晓时针" id="{100C61BD-0C53-4296-97F3-26CF78D0A206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黄昏时针" id="{628BF54E-7BFB-4A68-A332-122090A2EBB1}">
          <p14:sldIdLst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</p14:sldIdLst>
        </p14:section>
        <p14:section name="时区" id="{A17DC09A-300D-49EB-94C9-8A36D2F1FB91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缩放" id="{1DE78C47-06D4-4E0A-B5FF-BDC151A2AF52}">
          <p14:sldIdLst>
            <p14:sldId id="343"/>
            <p14:sldId id="344"/>
            <p14:sldId id="345"/>
          </p14:sldIdLst>
        </p14:section>
        <p14:section name="安装" id="{9E713C22-A306-467D-B365-3197D728F259}">
          <p14:sldIdLst>
            <p14:sldId id="359"/>
            <p14:sldId id="385"/>
            <p14:sldId id="392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1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006666"/>
    <a:srgbClr val="A9D18E"/>
    <a:srgbClr val="E30044"/>
    <a:srgbClr val="FF9999"/>
    <a:srgbClr val="F4A460"/>
    <a:srgbClr val="FF8B8B"/>
    <a:srgbClr val="FFCCFF"/>
    <a:srgbClr val="CCCCFF"/>
    <a:srgbClr val="ADC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474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836" y="52"/>
      </p:cViewPr>
      <p:guideLst>
        <p:guide orient="horz" pos="1536"/>
        <p:guide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8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64DF6-CDCD-4F5D-8634-BF2664A5F69B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F6676-721D-4725-B072-905A105AB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95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fydeOS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01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15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160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openfyde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246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205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D96F4-F1C8-877B-81E0-AA62CA709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891C52-413A-E9C9-81B2-B0CB75058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5EDBB0-B9D4-B784-CD11-3A308930A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57015E-E3A2-CC09-51A5-47D939013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750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槽位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772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</a:t>
            </a:r>
            <a:r>
              <a:rPr lang="zh-CN" altLang="en-US" dirty="0"/>
              <a:t>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779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返回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806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429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105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进展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873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流泪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563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红包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7223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捂脸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263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终端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893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root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313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幻灯片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546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ksu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9887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44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齿轮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1914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飞鸟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2101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出口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8485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9973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228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颜料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1120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安全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4475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心意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0030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名片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7704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树枝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2389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标签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7633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2625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鼠标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4016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键盘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3230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屏幕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4248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564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透镜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6424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转换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775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地球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3961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闹钟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9013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1567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0150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8985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1095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5777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496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0733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6287-5594-D91C-D974-B486CC79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2E28B8-58D8-AA98-2D84-68B6C6C20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A33F21-4643-A6F2-4762-98F396E79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35364-A191-9BD4-AB15-4E16C7D35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80082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0011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9181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80630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话语气泡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05113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转 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14868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转 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489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沙漏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157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日历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0890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经纬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65444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日出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4642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日落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528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8754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3:00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2924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4:00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90387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57967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6505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7:00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1458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8:00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1311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9:00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68363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89640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14:00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36105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15:00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98508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16:00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33188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17:00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68251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18:00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40114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19:00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50259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63483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21:00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27165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22:00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43475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-12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39635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-11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98535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89628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01841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83028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93274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75136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85023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88884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-3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34063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93158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86237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gmt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8612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74258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31612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18071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07989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32400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68835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69164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19125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484733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96566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+11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760039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+12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41075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CE800-055E-7447-1C23-73932875C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130984-B814-0A8F-13C8-96D8E5522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4BC2D8-3BC5-4FD6-DEE1-E944BD5D5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1x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DDDA2-A7F8-B154-7C21-FF14EA074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72938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FA275-DF70-7531-A6C2-CBF5BB966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6F36B7-139D-6679-197B-519445E05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478167-5ED7-EBAA-8E42-2285755F9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1.5x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971C1D-9105-B5AF-42F8-39C84336A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65907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0F2B-9103-D6B4-C91F-EAB5EC1DB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E89E75-8113-2072-7F12-5CFCF7D41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1A391D-9665-1458-A9C2-A971720B7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2x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77154A-BE1A-463D-DFA6-0EAEE6BD3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63061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6719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挂载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10804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30DFE-69F5-DBE5-E829-C211C182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3B12AE-BAA9-BB17-E7DC-494FAE44C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8FAF17-93D3-9A46-0F46-21DE4BEF6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挂载失败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E4B9F3-250D-EA93-3373-1D7F725DA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93772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卸载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91607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启动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F6676-721D-4725-B072-905A105AB1DC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547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54489-0932-5BC5-B2DE-D1D67A739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98125"/>
            <a:ext cx="3657600" cy="169784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AC194A-F26C-E0D7-1248-4DFE6C84C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561449"/>
            <a:ext cx="3657600" cy="1177431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F303B3-C054-3D5C-B76C-E7C22B3B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0C84F6-A41C-D3C3-D028-09EAFC46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5A461F-715E-30C3-E7C1-83514677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18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4CC30-EABE-3117-E941-A47F5318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62833-8914-98C1-4D33-162842BBD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E5A6D5-CF4D-ED2A-6842-D6C05EF2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11603A-306E-C2A1-3D0B-A571D5B1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65B20-0D80-04F5-1FE7-50E80CB7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22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C8135-E999-A2FA-44BF-BD567343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40" y="1215814"/>
            <a:ext cx="4206240" cy="20286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F171FC-7311-297F-88F1-A1C0A700A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2740" y="3263618"/>
            <a:ext cx="4206240" cy="106680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4E751E-33CF-0475-5DE7-3F29BA7A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1F96A3-3F1B-B2E1-01D2-F217B49E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08E914-7238-F832-FC80-A738CC5D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55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DFFC3-75FE-E373-B374-475041B7E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2F27D8-AACE-A3D9-8B9D-668BA9BC6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298222"/>
            <a:ext cx="2072640" cy="30942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1A2288-8C7B-C28E-C60B-76D2F3289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68880" y="1298222"/>
            <a:ext cx="2072640" cy="30942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E38EC2-A90F-08E0-29FB-632E8838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3621C4-1305-3F83-F33D-7AF8D6DB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505DB-8119-5090-BF89-B29690C0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075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29ECD-C2EB-8D5B-8AA1-DF36AB04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5" y="259645"/>
            <a:ext cx="4206240" cy="9426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98962E-A85A-6280-9B37-566E0C130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15" y="1195494"/>
            <a:ext cx="2063115" cy="585893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F18E8D-0946-B421-165F-50560460A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5915" y="1781387"/>
            <a:ext cx="2063115" cy="26201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E485AC-7015-0A3D-61D8-17C7E2BAC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68880" y="1195494"/>
            <a:ext cx="2073275" cy="585893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14E112-51A6-A800-8A7B-E05DE153D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68880" y="1781387"/>
            <a:ext cx="2073275" cy="26201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7ED163-E35F-F019-C6BE-9E96CB29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F01211-E3F3-DB02-F7AC-1F8DF705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F88CFB-7115-CEA7-9C45-88FEE89F1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647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A0250-74AA-0E4D-D21D-39EAD77C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B23E5C-4540-F6D6-01F2-CDA68C44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3C9E0F-8C04-C807-4583-1C61D1B6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B69BDE-6833-1E4F-F61D-F5A075571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41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391A35-CDB4-1860-FAE1-85E5EBF4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A1E75E-4E75-21B8-E28F-50E5FEF7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5453E6-3CCF-E29C-6776-683C03ED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269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88801-275B-C9B0-72C5-E92598574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5" y="325120"/>
            <a:ext cx="1572895" cy="113792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4D3C0-00CF-B659-0D12-650E5638A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275" y="702169"/>
            <a:ext cx="2468880" cy="3465689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54B8C3-2000-59B3-0C68-DD618ADFF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5915" y="1463040"/>
            <a:ext cx="1572895" cy="2710463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4351E5-A656-C33D-DB42-852F4845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8271C9-78F1-8F6A-7882-83623CF7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F7B746-FA0A-E825-27B0-3D7E2873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1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E82BB-5A23-0403-427A-7A5BB5FF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5" y="325120"/>
            <a:ext cx="1572895" cy="113792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B6393C-AB42-8136-AFCD-FCD3FE01D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73275" y="702169"/>
            <a:ext cx="2468880" cy="3465689"/>
          </a:xfrm>
        </p:spPr>
        <p:txBody>
          <a:bodyPr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126EB6-BA43-AD89-ED4B-5D4BB2D5A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5915" y="1463040"/>
            <a:ext cx="1572895" cy="2710463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9840B4-F83E-76D0-F4EE-6CFD4915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993C4C-6AB4-DC6E-A122-9D07F442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F2AE67-07F4-49A7-FB71-E7F92F32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60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7059D-1600-8B42-BE5B-8E9382A6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412EB1-1C55-2C28-110F-54628F630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FD15FA-6164-D024-78EF-0231B9FC1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2CAFB-C1BF-3082-D063-0385615D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D0C55-DA6A-32F6-BFAB-C47C8817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59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51A2FB-E197-3F12-E8B3-1839F9EA3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89960" y="259644"/>
            <a:ext cx="1051560" cy="41328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06E3DF-59F1-3C73-BAA9-76C8775FC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280" y="259644"/>
            <a:ext cx="3093720" cy="41328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E76176-E98A-658C-36B5-89489DD1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44ADCF-B4F3-DE87-DA0B-D13DC4726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668E07-A6D6-00F0-1B62-8C423BFD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4228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08FCD5-B5E4-276E-3F00-99C0D38B3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259645"/>
            <a:ext cx="4206240" cy="942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9FFA17-7F96-7953-0E1D-743D30CB5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280" y="1298222"/>
            <a:ext cx="4206240" cy="3094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620E8-7841-3958-BAF9-6198E2D1D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5280" y="4520072"/>
            <a:ext cx="109728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19D3C-F917-4A91-9BB4-0B0F5153D447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A1987E-4983-8E56-5A04-B42024A1C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5440" y="4520072"/>
            <a:ext cx="164592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C593B4-47E9-6467-0959-189420406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44240" y="4520072"/>
            <a:ext cx="1097280" cy="2596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3BE2-3B31-4B60-BCB7-852013044A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24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4325E6-F467-0463-E3F1-FB9F90BFF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3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72739056-F38D-020B-76BD-1828B30833F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436"/>
          <a:stretch/>
        </p:blipFill>
        <p:spPr>
          <a:xfrm>
            <a:off x="0" y="0"/>
            <a:ext cx="4876800" cy="392894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ADC9F0A9-0087-933B-9FC4-D9E6F5E0B46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64"/>
          <a:stretch/>
        </p:blipFill>
        <p:spPr>
          <a:xfrm>
            <a:off x="0" y="3928946"/>
            <a:ext cx="4876800" cy="9478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8D3EB50-F721-6567-7D82-169AD12BA085}"/>
              </a:ext>
            </a:extLst>
          </p:cNvPr>
          <p:cNvSpPr txBox="1"/>
          <p:nvPr/>
        </p:nvSpPr>
        <p:spPr>
          <a:xfrm>
            <a:off x="1758175" y="2308302"/>
            <a:ext cx="13604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endParaRPr lang="zh-CN" altLang="en-US" sz="13800" dirty="0">
              <a:solidFill>
                <a:schemeClr val="bg1"/>
              </a:solidFill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44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72739056-F38D-020B-76BD-1828B30833F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9436"/>
          <a:stretch/>
        </p:blipFill>
        <p:spPr>
          <a:xfrm>
            <a:off x="0" y="0"/>
            <a:ext cx="4876800" cy="392894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ADC9F0A9-0087-933B-9FC4-D9E6F5E0B46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0564"/>
          <a:stretch/>
        </p:blipFill>
        <p:spPr>
          <a:xfrm>
            <a:off x="0" y="3928946"/>
            <a:ext cx="4876800" cy="9478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8D3EB50-F721-6567-7D82-169AD12BA085}"/>
              </a:ext>
            </a:extLst>
          </p:cNvPr>
          <p:cNvSpPr txBox="1"/>
          <p:nvPr/>
        </p:nvSpPr>
        <p:spPr>
          <a:xfrm>
            <a:off x="1758175" y="2308302"/>
            <a:ext cx="13604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</a:t>
            </a:r>
            <a:endParaRPr lang="zh-CN" altLang="en-US" sz="13800" dirty="0">
              <a:solidFill>
                <a:schemeClr val="bg1"/>
              </a:solidFill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F1D4749-FF4B-2635-DCDA-FBEBF3DF5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82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: 空心 7">
            <a:extLst>
              <a:ext uri="{FF2B5EF4-FFF2-40B4-BE49-F238E27FC236}">
                <a16:creationId xmlns:a16="http://schemas.microsoft.com/office/drawing/2014/main" id="{20951F52-64B6-2338-9458-77B41E7CE3FD}"/>
              </a:ext>
            </a:extLst>
          </p:cNvPr>
          <p:cNvSpPr>
            <a:spLocks noChangeAspect="1"/>
          </p:cNvSpPr>
          <p:nvPr/>
        </p:nvSpPr>
        <p:spPr>
          <a:xfrm>
            <a:off x="120395" y="120395"/>
            <a:ext cx="4636009" cy="4636009"/>
          </a:xfrm>
          <a:prstGeom prst="donut">
            <a:avLst>
              <a:gd name="adj" fmla="val 15471"/>
            </a:avLst>
          </a:prstGeom>
          <a:solidFill>
            <a:srgbClr val="E3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4DEA9A-D5D2-9DC6-293A-81FBBCE3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8488" r="-38488"/>
          <a:stretch>
            <a:fillRect/>
          </a:stretch>
        </p:blipFill>
        <p:spPr>
          <a:xfrm>
            <a:off x="243836" y="1355058"/>
            <a:ext cx="4389125" cy="13223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034FA33-A0DB-7D97-50CB-C4F97AC3A9FC}"/>
              </a:ext>
            </a:extLst>
          </p:cNvPr>
          <p:cNvSpPr txBox="1"/>
          <p:nvPr/>
        </p:nvSpPr>
        <p:spPr>
          <a:xfrm>
            <a:off x="1758173" y="2331549"/>
            <a:ext cx="136044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rgbClr val="E3004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endParaRPr lang="zh-CN" altLang="en-US" sz="11500" dirty="0">
              <a:solidFill>
                <a:srgbClr val="E30044"/>
              </a:solidFill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06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B65ED-37B0-8C27-1E25-76379FA38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: 空心 7">
            <a:extLst>
              <a:ext uri="{FF2B5EF4-FFF2-40B4-BE49-F238E27FC236}">
                <a16:creationId xmlns:a16="http://schemas.microsoft.com/office/drawing/2014/main" id="{F9DC93B7-14F1-2913-78B9-9FEAF8BB5AEB}"/>
              </a:ext>
            </a:extLst>
          </p:cNvPr>
          <p:cNvSpPr>
            <a:spLocks noChangeAspect="1"/>
          </p:cNvSpPr>
          <p:nvPr/>
        </p:nvSpPr>
        <p:spPr>
          <a:xfrm>
            <a:off x="120395" y="120395"/>
            <a:ext cx="4636009" cy="4636009"/>
          </a:xfrm>
          <a:prstGeom prst="donut">
            <a:avLst>
              <a:gd name="adj" fmla="val 15471"/>
            </a:avLst>
          </a:prstGeom>
          <a:solidFill>
            <a:srgbClr val="E3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560AFC-0256-DC9B-8256-B34714BE48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8488" r="-38488"/>
          <a:stretch>
            <a:fillRect/>
          </a:stretch>
        </p:blipFill>
        <p:spPr>
          <a:xfrm>
            <a:off x="243836" y="1355058"/>
            <a:ext cx="4389125" cy="13223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769602D-3584-9042-C061-AC77E7C1B055}"/>
              </a:ext>
            </a:extLst>
          </p:cNvPr>
          <p:cNvSpPr txBox="1"/>
          <p:nvPr/>
        </p:nvSpPr>
        <p:spPr>
          <a:xfrm>
            <a:off x="1758173" y="2331549"/>
            <a:ext cx="136044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rgbClr val="E3004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</a:t>
            </a:r>
            <a:endParaRPr lang="zh-CN" altLang="en-US" sz="11500" dirty="0">
              <a:solidFill>
                <a:srgbClr val="E30044"/>
              </a:solidFill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324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0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8134E4D-5C1D-F2AB-71C8-554A8D1263E2}"/>
              </a:ext>
            </a:extLst>
          </p:cNvPr>
          <p:cNvSpPr txBox="1"/>
          <p:nvPr/>
        </p:nvSpPr>
        <p:spPr>
          <a:xfrm>
            <a:off x="-9263533" y="1475874"/>
            <a:ext cx="6958360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Recovery</a:t>
            </a:r>
          </a:p>
          <a:p>
            <a:pPr algn="ctr"/>
            <a:r>
              <a:rPr lang="en-US" altLang="zh-CN" sz="1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Tools</a:t>
            </a:r>
            <a:endParaRPr lang="zh-CN" altLang="en-US" sz="11500" dirty="0">
              <a:solidFill>
                <a:schemeClr val="bg1"/>
              </a:solidFill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FBF6201-EC0B-96EE-CBED-BA8CA37E8F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46" r="14946"/>
          <a:stretch/>
        </p:blipFill>
        <p:spPr>
          <a:xfrm>
            <a:off x="-1" y="560458"/>
            <a:ext cx="4876801" cy="431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24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E1E0-A912-4AAB-A257-2A484202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A917A04-4DBD-C615-6F02-F7B8372181E7}"/>
              </a:ext>
            </a:extLst>
          </p:cNvPr>
          <p:cNvSpPr txBox="1"/>
          <p:nvPr/>
        </p:nvSpPr>
        <p:spPr>
          <a:xfrm>
            <a:off x="-9263533" y="1475874"/>
            <a:ext cx="6958360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rgbClr val="E3004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Recovery</a:t>
            </a:r>
          </a:p>
          <a:p>
            <a:pPr algn="ctr"/>
            <a:r>
              <a:rPr lang="en-US" altLang="zh-CN" sz="11500" dirty="0">
                <a:solidFill>
                  <a:srgbClr val="E3004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Tools</a:t>
            </a:r>
            <a:endParaRPr lang="zh-CN" altLang="en-US" sz="11500" dirty="0">
              <a:solidFill>
                <a:srgbClr val="E30044"/>
              </a:solidFill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3E096C-F957-949D-F422-46D3BBF7E0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46" r="14946"/>
          <a:stretch/>
        </p:blipFill>
        <p:spPr>
          <a:xfrm>
            <a:off x="-1" y="560458"/>
            <a:ext cx="4876801" cy="43163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88B2960-2546-FB81-559E-14148FDB2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28" y="1423726"/>
            <a:ext cx="4177341" cy="2589805"/>
          </a:xfrm>
          <a:prstGeom prst="rect">
            <a:avLst/>
          </a:prstGeom>
        </p:spPr>
      </p:pic>
      <p:sp>
        <p:nvSpPr>
          <p:cNvPr id="7" name="圆: 空心 6">
            <a:extLst>
              <a:ext uri="{FF2B5EF4-FFF2-40B4-BE49-F238E27FC236}">
                <a16:creationId xmlns:a16="http://schemas.microsoft.com/office/drawing/2014/main" id="{D2FA57AF-3E15-3884-8777-CEA899E44082}"/>
              </a:ext>
            </a:extLst>
          </p:cNvPr>
          <p:cNvSpPr>
            <a:spLocks noChangeAspect="1"/>
          </p:cNvSpPr>
          <p:nvPr/>
        </p:nvSpPr>
        <p:spPr>
          <a:xfrm>
            <a:off x="120395" y="120395"/>
            <a:ext cx="4636009" cy="4636009"/>
          </a:xfrm>
          <a:prstGeom prst="donut">
            <a:avLst>
              <a:gd name="adj" fmla="val 15471"/>
            </a:avLst>
          </a:prstGeom>
          <a:solidFill>
            <a:srgbClr val="E3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096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0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6581F3-987B-AFA4-28E9-9D511E92E707}"/>
              </a:ext>
            </a:extLst>
          </p:cNvPr>
          <p:cNvSpPr txBox="1"/>
          <p:nvPr/>
        </p:nvSpPr>
        <p:spPr>
          <a:xfrm>
            <a:off x="0" y="1114961"/>
            <a:ext cx="4876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| B</a:t>
            </a:r>
          </a:p>
        </p:txBody>
      </p:sp>
    </p:spTree>
    <p:extLst>
      <p:ext uri="{BB962C8B-B14F-4D97-AF65-F5344CB8AC3E}">
        <p14:creationId xmlns:p14="http://schemas.microsoft.com/office/powerpoint/2010/main" val="174039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C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形 16">
            <a:extLst>
              <a:ext uri="{FF2B5EF4-FFF2-40B4-BE49-F238E27FC236}">
                <a16:creationId xmlns:a16="http://schemas.microsoft.com/office/drawing/2014/main" id="{6EF1DE25-9062-AF25-A547-7771AF1ABD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2A81CB05-A4A9-0E2C-5508-6394BDD307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8900000">
            <a:off x="564206" y="2382604"/>
            <a:ext cx="3067050" cy="92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99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8E65F8-801C-6C74-5E35-F2C757005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13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A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E9B0814-0C02-13A9-35F7-F2B2BA9D0448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0" y="1645772"/>
            <a:ext cx="3420000" cy="1585256"/>
            <a:chOff x="235744" y="0"/>
            <a:chExt cx="1109661" cy="514350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129754EF-CE54-337C-E4AA-5E2B92BEC215}"/>
                </a:ext>
              </a:extLst>
            </p:cNvPr>
            <p:cNvSpPr/>
            <p:nvPr/>
          </p:nvSpPr>
          <p:spPr>
            <a:xfrm>
              <a:off x="235744" y="0"/>
              <a:ext cx="1109661" cy="514350"/>
            </a:xfrm>
            <a:prstGeom prst="roundRect">
              <a:avLst>
                <a:gd name="adj" fmla="val 50000"/>
              </a:avLst>
            </a:prstGeom>
            <a:solidFill>
              <a:srgbClr val="4285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A20C0DC6-FD4F-CB86-0704-DA245E0A7726}"/>
                </a:ext>
              </a:extLst>
            </p:cNvPr>
            <p:cNvSpPr/>
            <p:nvPr/>
          </p:nvSpPr>
          <p:spPr>
            <a:xfrm>
              <a:off x="879019" y="50345"/>
              <a:ext cx="413657" cy="413657"/>
            </a:xfrm>
            <a:prstGeom prst="ellipse">
              <a:avLst/>
            </a:prstGeom>
            <a:solidFill>
              <a:srgbClr val="A1C2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0057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A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455BD23-1BE0-93DF-ECB6-DA907A646A03}"/>
              </a:ext>
            </a:extLst>
          </p:cNvPr>
          <p:cNvGrpSpPr>
            <a:grpSpLocks noChangeAspect="1"/>
          </p:cNvGrpSpPr>
          <p:nvPr/>
        </p:nvGrpSpPr>
        <p:grpSpPr>
          <a:xfrm>
            <a:off x="728400" y="1645772"/>
            <a:ext cx="3420000" cy="1585256"/>
            <a:chOff x="235744" y="0"/>
            <a:chExt cx="1109661" cy="514350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B6C0E7E-420A-BA8B-388E-45E8E9D4FE4D}"/>
                </a:ext>
              </a:extLst>
            </p:cNvPr>
            <p:cNvSpPr/>
            <p:nvPr/>
          </p:nvSpPr>
          <p:spPr>
            <a:xfrm>
              <a:off x="235744" y="0"/>
              <a:ext cx="1109661" cy="514350"/>
            </a:xfrm>
            <a:prstGeom prst="roundRect">
              <a:avLst>
                <a:gd name="adj" fmla="val 50000"/>
              </a:avLst>
            </a:prstGeom>
            <a:solidFill>
              <a:srgbClr val="4B45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A0035F19-F0D8-C273-7715-CD812B374133}"/>
                </a:ext>
              </a:extLst>
            </p:cNvPr>
            <p:cNvSpPr/>
            <p:nvPr/>
          </p:nvSpPr>
          <p:spPr>
            <a:xfrm>
              <a:off x="288474" y="50345"/>
              <a:ext cx="413657" cy="413657"/>
            </a:xfrm>
            <a:prstGeom prst="ellipse">
              <a:avLst/>
            </a:prstGeom>
            <a:solidFill>
              <a:srgbClr val="968F9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1586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文本&#10;&#10;AI 生成的内容可能不正确。">
            <a:extLst>
              <a:ext uri="{FF2B5EF4-FFF2-40B4-BE49-F238E27FC236}">
                <a16:creationId xmlns:a16="http://schemas.microsoft.com/office/drawing/2014/main" id="{C3EDE882-7201-B70E-A470-AFBA1F63B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01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97DE3B-115E-691E-D7CA-89394C6E242C}"/>
              </a:ext>
            </a:extLst>
          </p:cNvPr>
          <p:cNvSpPr txBox="1"/>
          <p:nvPr/>
        </p:nvSpPr>
        <p:spPr>
          <a:xfrm>
            <a:off x="0" y="183936"/>
            <a:ext cx="48768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700" dirty="0"/>
              <a:t>😭</a:t>
            </a:r>
          </a:p>
        </p:txBody>
      </p:sp>
    </p:spTree>
    <p:extLst>
      <p:ext uri="{BB962C8B-B14F-4D97-AF65-F5344CB8AC3E}">
        <p14:creationId xmlns:p14="http://schemas.microsoft.com/office/powerpoint/2010/main" val="3140734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3CCF4B7-0B1D-3AAA-7A70-A33CD672E6D7}"/>
              </a:ext>
            </a:extLst>
          </p:cNvPr>
          <p:cNvSpPr txBox="1"/>
          <p:nvPr/>
        </p:nvSpPr>
        <p:spPr>
          <a:xfrm>
            <a:off x="0" y="183936"/>
            <a:ext cx="48768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700" dirty="0"/>
              <a:t>🧧</a:t>
            </a:r>
          </a:p>
        </p:txBody>
      </p:sp>
    </p:spTree>
    <p:extLst>
      <p:ext uri="{BB962C8B-B14F-4D97-AF65-F5344CB8AC3E}">
        <p14:creationId xmlns:p14="http://schemas.microsoft.com/office/powerpoint/2010/main" val="379530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8F5761-9127-FEC0-A147-C9F22A367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684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720C226E-5D71-02BA-0A22-7C13B0A10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459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徽标&#10;&#10;AI 生成的内容可能不正确。">
            <a:extLst>
              <a:ext uri="{FF2B5EF4-FFF2-40B4-BE49-F238E27FC236}">
                <a16:creationId xmlns:a16="http://schemas.microsoft.com/office/drawing/2014/main" id="{AA7F52A0-23E0-8094-8F56-C97935799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47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字图案&#10;&#10;AI 生成的内容可能不正确。">
            <a:extLst>
              <a:ext uri="{FF2B5EF4-FFF2-40B4-BE49-F238E27FC236}">
                <a16:creationId xmlns:a16="http://schemas.microsoft.com/office/drawing/2014/main" id="{BB7A5276-BE02-AE3A-C180-23A6414CE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12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52616A-3D6F-2714-7E9B-0A2542E53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264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B4BDF205-88A0-EE69-D052-43901ED2A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86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76F111E-BB1B-6BF2-8B2A-3F8854225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66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73C3701-85ED-17FA-50D6-7A13E93CE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34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1E2364E-2479-E116-D300-49A2E8533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61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CD280337-9EA1-8465-7A3C-FE5D6F04E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72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090E50BA-B643-BF9C-247E-E1C6F487D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32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A21BC1-C977-F38B-D4A5-9EB895DB6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69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2F18AC0-C79C-22A0-76CF-A98073E0A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90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92F8E8-AD67-F861-C475-ACC9AE6E6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4262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523BBF61-F951-5428-D959-2AA39C775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312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C94F9DFD-DB83-1EF3-5BBC-BDEF98052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54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AI 生成的内容可能不正确。">
            <a:extLst>
              <a:ext uri="{FF2B5EF4-FFF2-40B4-BE49-F238E27FC236}">
                <a16:creationId xmlns:a16="http://schemas.microsoft.com/office/drawing/2014/main" id="{481F372E-477F-BCB2-8231-EBF3CB927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75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150C753-3E6B-AE16-6219-BE338558A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96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9DDFFDB-88E5-0EA6-1843-C8EE0BA13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84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键盘, 监控, 电脑, 橙子&#10;&#10;AI 生成的内容可能不正确。">
            <a:extLst>
              <a:ext uri="{FF2B5EF4-FFF2-40B4-BE49-F238E27FC236}">
                <a16:creationId xmlns:a16="http://schemas.microsoft.com/office/drawing/2014/main" id="{BB8A915C-FE69-D369-76BF-3E6643035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442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2D0B85-714F-023A-4B82-7AAF44415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7122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1460B382-42F0-8A6A-A0B5-A74151442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08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6F196F2-0EA6-B0C1-61CC-6F8B1204F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706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CB0169-ECD7-C2B5-64FE-C03BF718A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840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42FCAAA4-760F-927D-4F80-ED689136C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393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DEF67D-1416-F058-0B1F-35B3C35A7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95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8FE87F0-7A38-5B52-36D2-1195820A8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5848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43DA51-D0EF-1C9E-A85F-C46C633FB340}"/>
              </a:ext>
            </a:extLst>
          </p:cNvPr>
          <p:cNvSpPr txBox="1"/>
          <p:nvPr/>
        </p:nvSpPr>
        <p:spPr>
          <a:xfrm>
            <a:off x="0" y="553268"/>
            <a:ext cx="4876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EDADFE-3651-89D4-E241-C0E185B58845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7113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43DA51-D0EF-1C9E-A85F-C46C633FB340}"/>
              </a:ext>
            </a:extLst>
          </p:cNvPr>
          <p:cNvSpPr txBox="1"/>
          <p:nvPr/>
        </p:nvSpPr>
        <p:spPr>
          <a:xfrm>
            <a:off x="0" y="553268"/>
            <a:ext cx="4876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0CA008-618C-8FA5-8BDC-160F8BC8C38B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3068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43DA51-D0EF-1C9E-A85F-C46C633FB340}"/>
              </a:ext>
            </a:extLst>
          </p:cNvPr>
          <p:cNvSpPr txBox="1"/>
          <p:nvPr/>
        </p:nvSpPr>
        <p:spPr>
          <a:xfrm>
            <a:off x="0" y="553268"/>
            <a:ext cx="4876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A2E62F-3D99-C6E6-69BC-E2DFE2E9B927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5317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43DA51-D0EF-1C9E-A85F-C46C633FB340}"/>
              </a:ext>
            </a:extLst>
          </p:cNvPr>
          <p:cNvSpPr txBox="1"/>
          <p:nvPr/>
        </p:nvSpPr>
        <p:spPr>
          <a:xfrm>
            <a:off x="0" y="553268"/>
            <a:ext cx="4876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BA3096-872E-9B1F-3FAA-E7594C844574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0188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43DA51-D0EF-1C9E-A85F-C46C633FB340}"/>
              </a:ext>
            </a:extLst>
          </p:cNvPr>
          <p:cNvSpPr txBox="1"/>
          <p:nvPr/>
        </p:nvSpPr>
        <p:spPr>
          <a:xfrm>
            <a:off x="0" y="553268"/>
            <a:ext cx="4876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575493-BEC9-81F4-75E9-EC9FD48B3917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2426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43DA51-D0EF-1C9E-A85F-C46C633FB340}"/>
              </a:ext>
            </a:extLst>
          </p:cNvPr>
          <p:cNvSpPr txBox="1"/>
          <p:nvPr/>
        </p:nvSpPr>
        <p:spPr>
          <a:xfrm>
            <a:off x="0" y="553268"/>
            <a:ext cx="4876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3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23AF18-8AD8-5FC6-257C-0A4A34770E0C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8263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49988-24A6-ECA6-3F01-2162F5B1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F0B933-BB52-F69F-2B4E-D90805512CBF}"/>
              </a:ext>
            </a:extLst>
          </p:cNvPr>
          <p:cNvSpPr txBox="1"/>
          <p:nvPr/>
        </p:nvSpPr>
        <p:spPr>
          <a:xfrm>
            <a:off x="0" y="861045"/>
            <a:ext cx="48768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0AA260-76D4-5E0A-8813-8F3918B0382C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668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1114961"/>
            <a:ext cx="4876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</a:t>
            </a:r>
            <a:endParaRPr lang="zh-CN" altLang="en-US" sz="16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94073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F59FAA-A231-CF95-6511-3C4A7BDC83B8}"/>
              </a:ext>
            </a:extLst>
          </p:cNvPr>
          <p:cNvSpPr txBox="1"/>
          <p:nvPr/>
        </p:nvSpPr>
        <p:spPr>
          <a:xfrm>
            <a:off x="0" y="553268"/>
            <a:ext cx="4876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3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</a:t>
            </a:r>
          </a:p>
        </p:txBody>
      </p:sp>
    </p:spTree>
    <p:extLst>
      <p:ext uri="{BB962C8B-B14F-4D97-AF65-F5344CB8AC3E}">
        <p14:creationId xmlns:p14="http://schemas.microsoft.com/office/powerpoint/2010/main" val="37901268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F59FAA-A231-CF95-6511-3C4A7BDC83B8}"/>
              </a:ext>
            </a:extLst>
          </p:cNvPr>
          <p:cNvSpPr txBox="1"/>
          <p:nvPr/>
        </p:nvSpPr>
        <p:spPr>
          <a:xfrm>
            <a:off x="0" y="553268"/>
            <a:ext cx="4876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3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繁</a:t>
            </a:r>
          </a:p>
        </p:txBody>
      </p:sp>
    </p:spTree>
    <p:extLst>
      <p:ext uri="{BB962C8B-B14F-4D97-AF65-F5344CB8AC3E}">
        <p14:creationId xmlns:p14="http://schemas.microsoft.com/office/powerpoint/2010/main" val="27236530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119F9761-F9BD-3888-B544-4B25D7F61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913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0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6581F3-987B-AFA4-28E9-9D511E92E707}"/>
              </a:ext>
            </a:extLst>
          </p:cNvPr>
          <p:cNvSpPr txBox="1"/>
          <p:nvPr/>
        </p:nvSpPr>
        <p:spPr>
          <a:xfrm>
            <a:off x="0" y="230103"/>
            <a:ext cx="4876800" cy="441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</a:t>
            </a:r>
          </a:p>
          <a:p>
            <a:pPr algn="ctr"/>
            <a:r>
              <a:rPr lang="en-US" altLang="zh-CN" sz="16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9368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00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0B90A26-EE22-4CE6-DF7C-DB89AC74BBBD}"/>
              </a:ext>
            </a:extLst>
          </p:cNvPr>
          <p:cNvSpPr txBox="1"/>
          <p:nvPr/>
        </p:nvSpPr>
        <p:spPr>
          <a:xfrm>
            <a:off x="0" y="230103"/>
            <a:ext cx="4876800" cy="441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ROOT</a:t>
            </a:r>
          </a:p>
          <a:p>
            <a:pPr algn="ctr"/>
            <a:r>
              <a:rPr lang="en-US" altLang="zh-CN" sz="16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1796015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224C5BD-6500-EC8C-BE67-453877E7C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053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021BD7B-43E6-EFE6-714B-A2E49FE47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0519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200085-19AE-90A7-9160-C819E6400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897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A12C31-1C8C-3496-4D2E-B4E1A5581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8375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313B7EB-3E02-8242-D3C8-FCB93BE31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997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82299C0-280A-4738-47EF-8E2E4FBDB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679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004E9A-CBCD-7BE0-CEAF-DD5CDE01B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42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81A097-7C27-9419-4BCE-DB21940B2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251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60043B-FA0B-7C82-BC80-30945C8EE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172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688F04-28D2-6A56-1C1A-2FF1C00E0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10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C45371-2134-75DC-612F-E18A464E4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568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7C8E5-E08D-D457-29D2-419410015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4953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E3FBB1-BF3C-F1BE-4B7C-A20D23C9C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114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33DC2C-EA67-197C-6BF7-553030DEC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316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65B999-5113-E703-8C8D-30DA7F029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924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00D95E-F48A-F05E-FCA0-C0AE3904E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518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1D42500-40D2-C4BF-2228-AAF601E29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082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507F60-9606-C9F7-7B32-48D0B576A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829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C12404-4492-735F-B7A8-DB2E4EBB5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5262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934E454-A674-0516-409F-F60060B7D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925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E894D28-7071-1B19-1F5F-EE8056B1F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284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67E01F-3F74-97EF-4707-8BC8604B3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613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5531C9-4AC0-DBA7-2ABF-D8376A290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504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77A39F-B101-ACC1-C4B5-6E1AD30F00A2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9926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-11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53EBAC-AFAE-8732-4246-4B0EBE93723A}"/>
              </a:ext>
            </a:extLst>
          </p:cNvPr>
          <p:cNvSpPr/>
          <p:nvPr/>
        </p:nvSpPr>
        <p:spPr>
          <a:xfrm>
            <a:off x="0" y="-8792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8523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-10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F0F17E-3E33-17ED-D510-5ACBF15C6D6B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37976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-9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8CC7E2-36DA-5479-F8A2-A4B6557E5D26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1811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81971C-2CEB-3A04-4439-76EA7FA78F55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659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7721C7-F5E6-E940-C992-06C5E981D36F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8270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99A3B8-E079-1861-000A-0A391EEC33F9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6503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-5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42CB7D-69E9-5BE7-EF16-954879793A65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4782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336FF0-C32F-EF0B-9713-165FC06FFC2B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223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AAFE4C-6178-098C-2E2E-81450E1C0297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30788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CC90CF-4D26-D0D0-B098-2B9706C8B6C8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B038F7-12FA-6172-803C-34D16E3C1F43}"/>
              </a:ext>
            </a:extLst>
          </p:cNvPr>
          <p:cNvSpPr/>
          <p:nvPr/>
        </p:nvSpPr>
        <p:spPr>
          <a:xfrm>
            <a:off x="152400" y="15240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3569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202305-8EDD-3D04-001C-5BBCD1C64F97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2393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1330404"/>
            <a:ext cx="4876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GMT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1F73A7-9B0C-C87B-C408-2D015D55E81B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9345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76D9E6-18AC-FC94-C8A8-9A04B05FAA46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3187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+2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0FFBBC-BCE3-3D8B-7935-CB9EE2AB3D6E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27019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+3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716CB1-163A-7771-0E7B-0FC5CFFD75F5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49702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+4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456420-0049-B8CB-509A-4DC128C52CF1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52059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+5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71CDF-CD43-0990-1CE7-C5DE7F51DAFC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36381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+6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265795-755D-7915-388E-10B440405A1C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31647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+7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B9D19C-0844-0068-5BF5-ED772E1CDBF4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17635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+8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0D8A38-FE98-8D3D-4ED0-20724066F92E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4070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+9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9EA82E-B24B-BBCF-465F-E506925EC045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29742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+10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CC7534-18BF-D39F-CE7B-9848D8233375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4385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+11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5765DF-662A-7276-760D-E167AA73585A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31908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1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4C1850-2FA4-EC11-CD4E-82B6430C34AE}"/>
              </a:ext>
            </a:extLst>
          </p:cNvPr>
          <p:cNvSpPr txBox="1"/>
          <p:nvPr/>
        </p:nvSpPr>
        <p:spPr>
          <a:xfrm>
            <a:off x="0" y="0"/>
            <a:ext cx="487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UTC</a:t>
            </a:r>
          </a:p>
          <a:p>
            <a:pPr algn="ctr"/>
            <a:r>
              <a:rPr lang="en-US" altLang="zh-CN" sz="13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+12</a:t>
            </a:r>
            <a:endParaRPr lang="zh-CN" altLang="en-US" sz="13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B9AD26-770B-9E09-F5EF-7B7252C2EE22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44221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CCF97-837A-5D38-36C2-2A3A133B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F9F946E-68EA-6C94-6B33-6B09D9614E9F}"/>
              </a:ext>
            </a:extLst>
          </p:cNvPr>
          <p:cNvSpPr txBox="1"/>
          <p:nvPr/>
        </p:nvSpPr>
        <p:spPr>
          <a:xfrm>
            <a:off x="0" y="1114961"/>
            <a:ext cx="4876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1x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C435B7-C2F9-DA31-AD48-B767535E8EF8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88189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742B2-90B3-CBE4-BE65-EDE5868E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C4379F-D392-467E-5967-9A2831E02759}"/>
              </a:ext>
            </a:extLst>
          </p:cNvPr>
          <p:cNvSpPr txBox="1"/>
          <p:nvPr/>
        </p:nvSpPr>
        <p:spPr>
          <a:xfrm>
            <a:off x="0" y="1114961"/>
            <a:ext cx="4876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1.5x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87487B-F988-936C-E715-F3D2C967A740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0733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D6840-0F9F-45C6-2741-7BE3EE08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6A9240-DEE4-F763-4756-51F6E3C335B5}"/>
              </a:ext>
            </a:extLst>
          </p:cNvPr>
          <p:cNvSpPr txBox="1"/>
          <p:nvPr/>
        </p:nvSpPr>
        <p:spPr>
          <a:xfrm>
            <a:off x="0" y="1114961"/>
            <a:ext cx="4876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2x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419D8B-B14D-1FDD-D0B0-B66DA759F5AA}"/>
              </a:ext>
            </a:extLst>
          </p:cNvPr>
          <p:cNvSpPr/>
          <p:nvPr/>
        </p:nvSpPr>
        <p:spPr>
          <a:xfrm>
            <a:off x="0" y="0"/>
            <a:ext cx="4876800" cy="4876800"/>
          </a:xfrm>
          <a:prstGeom prst="rect">
            <a:avLst/>
          </a:prstGeom>
          <a:noFill/>
          <a:ln w="6350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38686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形状&#10;&#10;AI 生成的内容可能不正确。">
            <a:extLst>
              <a:ext uri="{FF2B5EF4-FFF2-40B4-BE49-F238E27FC236}">
                <a16:creationId xmlns:a16="http://schemas.microsoft.com/office/drawing/2014/main" id="{6C476A6C-8D51-E46A-90BC-A98C92650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63" y="762209"/>
            <a:ext cx="3575873" cy="3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4390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08C4A361-0D02-0420-45F4-687CBC703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8967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D9508-DFE7-C4D7-C71E-0C60F0DC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680C27-6682-E05A-7EB0-9FBAE772E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2738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图标&#10;&#10;AI 生成的内容可能不正确。">
            <a:extLst>
              <a:ext uri="{FF2B5EF4-FFF2-40B4-BE49-F238E27FC236}">
                <a16:creationId xmlns:a16="http://schemas.microsoft.com/office/drawing/2014/main" id="{8DAB4BB4-0C57-6C87-AE51-7C648B5F7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34182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形状&#10;&#10;AI 生成的内容可能不正确。">
            <a:extLst>
              <a:ext uri="{FF2B5EF4-FFF2-40B4-BE49-F238E27FC236}">
                <a16:creationId xmlns:a16="http://schemas.microsoft.com/office/drawing/2014/main" id="{0CE1686A-DD00-8980-DAC8-342A71702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8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355</Words>
  <Application>Microsoft Office PowerPoint</Application>
  <PresentationFormat>自定义</PresentationFormat>
  <Paragraphs>297</Paragraphs>
  <Slides>112</Slides>
  <Notes>110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112</vt:i4>
      </vt:variant>
    </vt:vector>
  </HeadingPairs>
  <TitlesOfParts>
    <vt:vector size="118" baseType="lpstr">
      <vt:lpstr>等线</vt:lpstr>
      <vt:lpstr>等线 Light</vt:lpstr>
      <vt:lpstr>微软雅黑</vt:lpstr>
      <vt:lpstr>Arial</vt:lpstr>
      <vt:lpstr>Roboto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aoc</dc:creator>
  <cp:revision>45</cp:revision>
  <dcterms:created xsi:type="dcterms:W3CDTF">2023-05-13T03:43:13Z</dcterms:created>
  <dcterms:modified xsi:type="dcterms:W3CDTF">2026-05-10T04:18:05Z</dcterms:modified>
</cp:coreProperties>
</file>