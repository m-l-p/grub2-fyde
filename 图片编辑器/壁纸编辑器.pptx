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56" r:id="rId2"/>
    <p:sldId id="257" r:id="rId3"/>
    <p:sldId id="258" r:id="rId4"/>
  </p:sldIdLst>
  <p:sldSz cx="36576000" cy="2057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A35"/>
    <a:srgbClr val="F92814"/>
    <a:srgbClr val="FF6C52"/>
    <a:srgbClr val="EFEFEF"/>
    <a:srgbClr val="E400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5" d="100"/>
          <a:sy n="25" d="100"/>
        </p:scale>
        <p:origin x="120" y="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126155-FFFE-4A9D-8973-3A0436D43F87}" type="datetimeFigureOut">
              <a:rPr lang="zh-CN" altLang="en-US" smtClean="0"/>
              <a:t>2025/7/9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7E86F-219F-40A0-9A6C-29D942F99E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50440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13716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27432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41148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54864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68580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82296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96012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109728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倒计时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7E86F-219F-40A0-9A6C-29D942F99E6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07636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语言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7E86F-219F-40A0-9A6C-29D942F99E6D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84398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90165-C8DE-A418-241B-3F9A551A5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D5C2250-6B1D-E5E3-3EB3-82F3C3C68F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9AB1378-7DA1-BEF0-AE08-EECA6DC602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话语气泡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5F84D72-8544-909F-9496-126554FFE2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7E86F-219F-40A0-9A6C-29D942F99E6D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8152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0" y="3367089"/>
            <a:ext cx="27432000" cy="7162800"/>
          </a:xfrm>
        </p:spPr>
        <p:txBody>
          <a:bodyPr anchor="b"/>
          <a:lstStyle>
            <a:lvl1pPr algn="ctr">
              <a:defRPr sz="18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0" y="10806114"/>
            <a:ext cx="27432000" cy="4967286"/>
          </a:xfrm>
        </p:spPr>
        <p:txBody>
          <a:bodyPr/>
          <a:lstStyle>
            <a:lvl1pPr marL="0" indent="0" algn="ctr">
              <a:buNone/>
              <a:defRPr sz="7200"/>
            </a:lvl1pPr>
            <a:lvl2pPr marL="1371600" indent="0" algn="ctr">
              <a:buNone/>
              <a:defRPr sz="6000"/>
            </a:lvl2pPr>
            <a:lvl3pPr marL="2743200" indent="0" algn="ctr">
              <a:buNone/>
              <a:defRPr sz="5400"/>
            </a:lvl3pPr>
            <a:lvl4pPr marL="4114800" indent="0" algn="ctr">
              <a:buNone/>
              <a:defRPr sz="4800"/>
            </a:lvl4pPr>
            <a:lvl5pPr marL="5486400" indent="0" algn="ctr">
              <a:buNone/>
              <a:defRPr sz="4800"/>
            </a:lvl5pPr>
            <a:lvl6pPr marL="6858000" indent="0" algn="ctr">
              <a:buNone/>
              <a:defRPr sz="4800"/>
            </a:lvl6pPr>
            <a:lvl7pPr marL="8229600" indent="0" algn="ctr">
              <a:buNone/>
              <a:defRPr sz="4800"/>
            </a:lvl7pPr>
            <a:lvl8pPr marL="9601200" indent="0" algn="ctr">
              <a:buNone/>
              <a:defRPr sz="4800"/>
            </a:lvl8pPr>
            <a:lvl9pPr marL="10972800" indent="0" algn="ctr">
              <a:buNone/>
              <a:defRPr sz="48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FC4D1-F98E-449F-BDF4-7245C2785A32}" type="datetimeFigureOut">
              <a:rPr lang="zh-CN" altLang="en-US" smtClean="0"/>
              <a:t>2025/7/9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D3944-A7C3-4EAE-B2E6-E1CB182C28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964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FC4D1-F98E-449F-BDF4-7245C2785A32}" type="datetimeFigureOut">
              <a:rPr lang="zh-CN" altLang="en-US" smtClean="0"/>
              <a:t>2025/7/9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D3944-A7C3-4EAE-B2E6-E1CB182C28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522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95550" y="5129216"/>
            <a:ext cx="31546800" cy="8558211"/>
          </a:xfrm>
        </p:spPr>
        <p:txBody>
          <a:bodyPr anchor="b"/>
          <a:lstStyle>
            <a:lvl1pPr>
              <a:defRPr sz="18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95550" y="13768391"/>
            <a:ext cx="31546800" cy="4500561"/>
          </a:xfrm>
        </p:spPr>
        <p:txBody>
          <a:bodyPr/>
          <a:lstStyle>
            <a:lvl1pPr marL="0" indent="0">
              <a:buNone/>
              <a:defRPr sz="7200">
                <a:solidFill>
                  <a:schemeClr val="tx1">
                    <a:tint val="82000"/>
                  </a:schemeClr>
                </a:solidFill>
              </a:defRPr>
            </a:lvl1pPr>
            <a:lvl2pPr marL="137160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2pPr>
            <a:lvl3pPr marL="2743200" indent="0">
              <a:buNone/>
              <a:defRPr sz="5400">
                <a:solidFill>
                  <a:schemeClr val="tx1">
                    <a:tint val="82000"/>
                  </a:schemeClr>
                </a:solidFill>
              </a:defRPr>
            </a:lvl3pPr>
            <a:lvl4pPr marL="411480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4pPr>
            <a:lvl5pPr marL="548640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5pPr>
            <a:lvl6pPr marL="685800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6pPr>
            <a:lvl7pPr marL="822960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7pPr>
            <a:lvl8pPr marL="960120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8pPr>
            <a:lvl9pPr marL="1097280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FC4D1-F98E-449F-BDF4-7245C2785A32}" type="datetimeFigureOut">
              <a:rPr lang="zh-CN" altLang="en-US" smtClean="0"/>
              <a:t>2025/7/9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D3944-A7C3-4EAE-B2E6-E1CB182C28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8712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4600" y="5476875"/>
            <a:ext cx="15544800" cy="130540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516600" y="5476875"/>
            <a:ext cx="15544800" cy="130540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FC4D1-F98E-449F-BDF4-7245C2785A32}" type="datetimeFigureOut">
              <a:rPr lang="zh-CN" altLang="en-US" smtClean="0"/>
              <a:t>2025/7/9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D3944-A7C3-4EAE-B2E6-E1CB182C28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94435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1095377"/>
            <a:ext cx="31546800" cy="3976689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9366" y="5043489"/>
            <a:ext cx="15473361" cy="2471736"/>
          </a:xfrm>
        </p:spPr>
        <p:txBody>
          <a:bodyPr anchor="b"/>
          <a:lstStyle>
            <a:lvl1pPr marL="0" indent="0">
              <a:buNone/>
              <a:defRPr sz="7200" b="1"/>
            </a:lvl1pPr>
            <a:lvl2pPr marL="1371600" indent="0">
              <a:buNone/>
              <a:defRPr sz="6000" b="1"/>
            </a:lvl2pPr>
            <a:lvl3pPr marL="2743200" indent="0">
              <a:buNone/>
              <a:defRPr sz="5400" b="1"/>
            </a:lvl3pPr>
            <a:lvl4pPr marL="4114800" indent="0">
              <a:buNone/>
              <a:defRPr sz="4800" b="1"/>
            </a:lvl4pPr>
            <a:lvl5pPr marL="5486400" indent="0">
              <a:buNone/>
              <a:defRPr sz="4800" b="1"/>
            </a:lvl5pPr>
            <a:lvl6pPr marL="6858000" indent="0">
              <a:buNone/>
              <a:defRPr sz="4800" b="1"/>
            </a:lvl6pPr>
            <a:lvl7pPr marL="8229600" indent="0">
              <a:buNone/>
              <a:defRPr sz="4800" b="1"/>
            </a:lvl7pPr>
            <a:lvl8pPr marL="9601200" indent="0">
              <a:buNone/>
              <a:defRPr sz="4800" b="1"/>
            </a:lvl8pPr>
            <a:lvl9pPr marL="10972800" indent="0">
              <a:buNone/>
              <a:defRPr sz="48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19366" y="7515225"/>
            <a:ext cx="15473361" cy="1105376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516600" y="5043489"/>
            <a:ext cx="15549564" cy="2471736"/>
          </a:xfrm>
        </p:spPr>
        <p:txBody>
          <a:bodyPr anchor="b"/>
          <a:lstStyle>
            <a:lvl1pPr marL="0" indent="0">
              <a:buNone/>
              <a:defRPr sz="7200" b="1"/>
            </a:lvl1pPr>
            <a:lvl2pPr marL="1371600" indent="0">
              <a:buNone/>
              <a:defRPr sz="6000" b="1"/>
            </a:lvl2pPr>
            <a:lvl3pPr marL="2743200" indent="0">
              <a:buNone/>
              <a:defRPr sz="5400" b="1"/>
            </a:lvl3pPr>
            <a:lvl4pPr marL="4114800" indent="0">
              <a:buNone/>
              <a:defRPr sz="4800" b="1"/>
            </a:lvl4pPr>
            <a:lvl5pPr marL="5486400" indent="0">
              <a:buNone/>
              <a:defRPr sz="4800" b="1"/>
            </a:lvl5pPr>
            <a:lvl6pPr marL="6858000" indent="0">
              <a:buNone/>
              <a:defRPr sz="4800" b="1"/>
            </a:lvl6pPr>
            <a:lvl7pPr marL="8229600" indent="0">
              <a:buNone/>
              <a:defRPr sz="4800" b="1"/>
            </a:lvl7pPr>
            <a:lvl8pPr marL="9601200" indent="0">
              <a:buNone/>
              <a:defRPr sz="4800" b="1"/>
            </a:lvl8pPr>
            <a:lvl9pPr marL="10972800" indent="0">
              <a:buNone/>
              <a:defRPr sz="48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516600" y="7515225"/>
            <a:ext cx="15549564" cy="1105376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FC4D1-F98E-449F-BDF4-7245C2785A32}" type="datetimeFigureOut">
              <a:rPr lang="zh-CN" altLang="en-US" smtClean="0"/>
              <a:t>2025/7/9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D3944-A7C3-4EAE-B2E6-E1CB182C28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9770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FC4D1-F98E-449F-BDF4-7245C2785A32}" type="datetimeFigureOut">
              <a:rPr lang="zh-CN" altLang="en-US" smtClean="0"/>
              <a:t>2025/7/9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D3944-A7C3-4EAE-B2E6-E1CB182C28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6399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FC4D1-F98E-449F-BDF4-7245C2785A32}" type="datetimeFigureOut">
              <a:rPr lang="zh-CN" altLang="en-US" smtClean="0"/>
              <a:t>2025/7/9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D3944-A7C3-4EAE-B2E6-E1CB182C28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116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6" y="1371600"/>
            <a:ext cx="11796711" cy="4800600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549564" y="2962277"/>
            <a:ext cx="18516600" cy="14620875"/>
          </a:xfrm>
        </p:spPr>
        <p:txBody>
          <a:bodyPr/>
          <a:lstStyle>
            <a:lvl1pPr>
              <a:defRPr sz="9600"/>
            </a:lvl1pPr>
            <a:lvl2pPr>
              <a:defRPr sz="8400"/>
            </a:lvl2pPr>
            <a:lvl3pPr>
              <a:defRPr sz="7200"/>
            </a:lvl3pPr>
            <a:lvl4pPr>
              <a:defRPr sz="6000"/>
            </a:lvl4pPr>
            <a:lvl5pPr>
              <a:defRPr sz="6000"/>
            </a:lvl5pPr>
            <a:lvl6pPr>
              <a:defRPr sz="6000"/>
            </a:lvl6pPr>
            <a:lvl7pPr>
              <a:defRPr sz="6000"/>
            </a:lvl7pPr>
            <a:lvl8pPr>
              <a:defRPr sz="6000"/>
            </a:lvl8pPr>
            <a:lvl9pPr>
              <a:defRPr sz="6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19366" y="6172200"/>
            <a:ext cx="11796711" cy="11434764"/>
          </a:xfrm>
        </p:spPr>
        <p:txBody>
          <a:bodyPr/>
          <a:lstStyle>
            <a:lvl1pPr marL="0" indent="0">
              <a:buNone/>
              <a:defRPr sz="4800"/>
            </a:lvl1pPr>
            <a:lvl2pPr marL="1371600" indent="0">
              <a:buNone/>
              <a:defRPr sz="4200"/>
            </a:lvl2pPr>
            <a:lvl3pPr marL="2743200" indent="0">
              <a:buNone/>
              <a:defRPr sz="3600"/>
            </a:lvl3pPr>
            <a:lvl4pPr marL="4114800" indent="0">
              <a:buNone/>
              <a:defRPr sz="3000"/>
            </a:lvl4pPr>
            <a:lvl5pPr marL="5486400" indent="0">
              <a:buNone/>
              <a:defRPr sz="3000"/>
            </a:lvl5pPr>
            <a:lvl6pPr marL="6858000" indent="0">
              <a:buNone/>
              <a:defRPr sz="3000"/>
            </a:lvl6pPr>
            <a:lvl7pPr marL="8229600" indent="0">
              <a:buNone/>
              <a:defRPr sz="3000"/>
            </a:lvl7pPr>
            <a:lvl8pPr marL="9601200" indent="0">
              <a:buNone/>
              <a:defRPr sz="3000"/>
            </a:lvl8pPr>
            <a:lvl9pPr marL="10972800" indent="0">
              <a:buNone/>
              <a:defRPr sz="3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FC4D1-F98E-449F-BDF4-7245C2785A32}" type="datetimeFigureOut">
              <a:rPr lang="zh-CN" altLang="en-US" smtClean="0"/>
              <a:t>2025/7/9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D3944-A7C3-4EAE-B2E6-E1CB182C28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8388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6" y="1371600"/>
            <a:ext cx="11796711" cy="4800600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549564" y="2962277"/>
            <a:ext cx="18516600" cy="14620875"/>
          </a:xfrm>
        </p:spPr>
        <p:txBody>
          <a:bodyPr anchor="t"/>
          <a:lstStyle>
            <a:lvl1pPr marL="0" indent="0">
              <a:buNone/>
              <a:defRPr sz="9600"/>
            </a:lvl1pPr>
            <a:lvl2pPr marL="1371600" indent="0">
              <a:buNone/>
              <a:defRPr sz="8400"/>
            </a:lvl2pPr>
            <a:lvl3pPr marL="2743200" indent="0">
              <a:buNone/>
              <a:defRPr sz="7200"/>
            </a:lvl3pPr>
            <a:lvl4pPr marL="4114800" indent="0">
              <a:buNone/>
              <a:defRPr sz="6000"/>
            </a:lvl4pPr>
            <a:lvl5pPr marL="5486400" indent="0">
              <a:buNone/>
              <a:defRPr sz="6000"/>
            </a:lvl5pPr>
            <a:lvl6pPr marL="6858000" indent="0">
              <a:buNone/>
              <a:defRPr sz="6000"/>
            </a:lvl6pPr>
            <a:lvl7pPr marL="8229600" indent="0">
              <a:buNone/>
              <a:defRPr sz="6000"/>
            </a:lvl7pPr>
            <a:lvl8pPr marL="9601200" indent="0">
              <a:buNone/>
              <a:defRPr sz="6000"/>
            </a:lvl8pPr>
            <a:lvl9pPr marL="10972800" indent="0">
              <a:buNone/>
              <a:defRPr sz="6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19366" y="6172200"/>
            <a:ext cx="11796711" cy="11434764"/>
          </a:xfrm>
        </p:spPr>
        <p:txBody>
          <a:bodyPr/>
          <a:lstStyle>
            <a:lvl1pPr marL="0" indent="0">
              <a:buNone/>
              <a:defRPr sz="4800"/>
            </a:lvl1pPr>
            <a:lvl2pPr marL="1371600" indent="0">
              <a:buNone/>
              <a:defRPr sz="4200"/>
            </a:lvl2pPr>
            <a:lvl3pPr marL="2743200" indent="0">
              <a:buNone/>
              <a:defRPr sz="3600"/>
            </a:lvl3pPr>
            <a:lvl4pPr marL="4114800" indent="0">
              <a:buNone/>
              <a:defRPr sz="3000"/>
            </a:lvl4pPr>
            <a:lvl5pPr marL="5486400" indent="0">
              <a:buNone/>
              <a:defRPr sz="3000"/>
            </a:lvl5pPr>
            <a:lvl6pPr marL="6858000" indent="0">
              <a:buNone/>
              <a:defRPr sz="3000"/>
            </a:lvl6pPr>
            <a:lvl7pPr marL="8229600" indent="0">
              <a:buNone/>
              <a:defRPr sz="3000"/>
            </a:lvl7pPr>
            <a:lvl8pPr marL="9601200" indent="0">
              <a:buNone/>
              <a:defRPr sz="3000"/>
            </a:lvl8pPr>
            <a:lvl9pPr marL="10972800" indent="0">
              <a:buNone/>
              <a:defRPr sz="3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FC4D1-F98E-449F-BDF4-7245C2785A32}" type="datetimeFigureOut">
              <a:rPr lang="zh-CN" altLang="en-US" smtClean="0"/>
              <a:t>2025/7/9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D3944-A7C3-4EAE-B2E6-E1CB182C28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9553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FC4D1-F98E-449F-BDF4-7245C2785A32}" type="datetimeFigureOut">
              <a:rPr lang="zh-CN" altLang="en-US" smtClean="0"/>
              <a:t>2025/7/9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D3944-A7C3-4EAE-B2E6-E1CB182C28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3453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6174700" y="1095375"/>
            <a:ext cx="7886700" cy="17435514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14600" y="1095375"/>
            <a:ext cx="23202900" cy="17435514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FC4D1-F98E-449F-BDF4-7245C2785A32}" type="datetimeFigureOut">
              <a:rPr lang="zh-CN" altLang="en-US" smtClean="0"/>
              <a:t>2025/7/9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D3944-A7C3-4EAE-B2E6-E1CB182C28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6673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4600" y="5476875"/>
            <a:ext cx="31546800" cy="130540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DFC4D1-F98E-449F-BDF4-7245C2785A32}" type="datetimeFigureOut">
              <a:rPr lang="zh-CN" altLang="en-US" smtClean="0"/>
              <a:t>2025/7/9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BD3944-A7C3-4EAE-B2E6-E1CB182C28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5512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743200" rtl="0" eaLnBrk="1" latinLnBrk="0" hangingPunct="1">
        <a:lnSpc>
          <a:spcPct val="90000"/>
        </a:lnSpc>
        <a:spcBef>
          <a:spcPct val="0"/>
        </a:spcBef>
        <a:buNone/>
        <a:defRPr sz="1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85800" indent="-685800" algn="l" defTabSz="2743200" rtl="0" eaLnBrk="1" latinLnBrk="0" hangingPunct="1">
        <a:lnSpc>
          <a:spcPct val="90000"/>
        </a:lnSpc>
        <a:spcBef>
          <a:spcPts val="3000"/>
        </a:spcBef>
        <a:buFont typeface="Arial" panose="020B0604020202020204" pitchFamily="34" charset="0"/>
        <a:buChar char="•"/>
        <a:defRPr sz="8400" kern="1200">
          <a:solidFill>
            <a:schemeClr val="tx1"/>
          </a:solidFill>
          <a:latin typeface="+mn-lt"/>
          <a:ea typeface="+mn-ea"/>
          <a:cs typeface="+mn-cs"/>
        </a:defRPr>
      </a:lvl1pPr>
      <a:lvl2pPr marL="2057400" indent="-685800" algn="l" defTabSz="27432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2pPr>
      <a:lvl3pPr marL="3429000" indent="-685800" algn="l" defTabSz="27432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6000" kern="1200">
          <a:solidFill>
            <a:schemeClr val="tx1"/>
          </a:solidFill>
          <a:latin typeface="+mn-lt"/>
          <a:ea typeface="+mn-ea"/>
          <a:cs typeface="+mn-cs"/>
        </a:defRPr>
      </a:lvl3pPr>
      <a:lvl4pPr marL="4800600" indent="-685800" algn="l" defTabSz="27432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6172200" indent="-685800" algn="l" defTabSz="27432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7543800" indent="-685800" algn="l" defTabSz="27432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0" indent="-685800" algn="l" defTabSz="27432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0" indent="-685800" algn="l" defTabSz="27432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0" indent="-685800" algn="l" defTabSz="27432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E589883-1604-3FDA-47D3-94B2F405C3AE}"/>
              </a:ext>
            </a:extLst>
          </p:cNvPr>
          <p:cNvSpPr txBox="1"/>
          <p:nvPr/>
        </p:nvSpPr>
        <p:spPr>
          <a:xfrm>
            <a:off x="18726912" y="3646720"/>
            <a:ext cx="11421716" cy="132805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85700" dirty="0"/>
              <a:t>⏳</a:t>
            </a:r>
          </a:p>
        </p:txBody>
      </p:sp>
    </p:spTree>
    <p:extLst>
      <p:ext uri="{BB962C8B-B14F-4D97-AF65-F5344CB8AC3E}">
        <p14:creationId xmlns:p14="http://schemas.microsoft.com/office/powerpoint/2010/main" val="12203662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00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7859A2BF-5702-6F27-5CA6-95C62D42D98E}"/>
              </a:ext>
            </a:extLst>
          </p:cNvPr>
          <p:cNvGrpSpPr/>
          <p:nvPr/>
        </p:nvGrpSpPr>
        <p:grpSpPr>
          <a:xfrm>
            <a:off x="19026402" y="2092116"/>
            <a:ext cx="16198413" cy="16389767"/>
            <a:chOff x="15970536" y="1475724"/>
            <a:chExt cx="16198413" cy="16389767"/>
          </a:xfrm>
        </p:grpSpPr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9A7EA040-C2AB-C3E3-8BC1-4C9C25C142B2}"/>
                </a:ext>
              </a:extLst>
            </p:cNvPr>
            <p:cNvSpPr txBox="1"/>
            <p:nvPr/>
          </p:nvSpPr>
          <p:spPr>
            <a:xfrm>
              <a:off x="21646996" y="5855017"/>
              <a:ext cx="4624984" cy="22159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38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Hello</a:t>
              </a:r>
              <a:endParaRPr lang="zh-CN" altLang="en-US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4BFE2D7A-BD2B-2481-1E43-D4A25651FF0E}"/>
                </a:ext>
              </a:extLst>
            </p:cNvPr>
            <p:cNvSpPr txBox="1"/>
            <p:nvPr/>
          </p:nvSpPr>
          <p:spPr>
            <a:xfrm>
              <a:off x="15970536" y="9671759"/>
              <a:ext cx="3724096" cy="22159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38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你好</a:t>
              </a: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F04DCCF9-D537-6BF0-8E7C-D1B073BA4DEF}"/>
                </a:ext>
              </a:extLst>
            </p:cNvPr>
            <p:cNvSpPr txBox="1"/>
            <p:nvPr/>
          </p:nvSpPr>
          <p:spPr>
            <a:xfrm>
              <a:off x="16061268" y="13941681"/>
              <a:ext cx="4453463" cy="14465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88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Bonjour</a:t>
              </a:r>
              <a:endParaRPr lang="zh-CN" altLang="en-US" sz="8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9952C4A0-9D1E-C1AD-8283-59B176111AD8}"/>
                </a:ext>
              </a:extLst>
            </p:cNvPr>
            <p:cNvSpPr txBox="1"/>
            <p:nvPr/>
          </p:nvSpPr>
          <p:spPr>
            <a:xfrm>
              <a:off x="16205376" y="3650664"/>
              <a:ext cx="3254417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Hallo</a:t>
              </a:r>
              <a:endParaRPr lang="zh-CN" altLang="en-US" sz="9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854DF1FB-EF33-4C71-2E38-DF46CEB64F7F}"/>
                </a:ext>
              </a:extLst>
            </p:cNvPr>
            <p:cNvSpPr txBox="1"/>
            <p:nvPr/>
          </p:nvSpPr>
          <p:spPr>
            <a:xfrm>
              <a:off x="19806853" y="1475724"/>
              <a:ext cx="8693405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az-Cyrl-AZ" altLang="zh-CN" sz="9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Здравствыйте</a:t>
              </a:r>
              <a:endParaRPr lang="zh-CN" altLang="en-US" sz="9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7A65442E-B68D-4ADC-2FB6-931E6EC1F79F}"/>
                </a:ext>
              </a:extLst>
            </p:cNvPr>
            <p:cNvSpPr txBox="1"/>
            <p:nvPr/>
          </p:nvSpPr>
          <p:spPr>
            <a:xfrm>
              <a:off x="27525590" y="4217418"/>
              <a:ext cx="2164375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Hej</a:t>
              </a:r>
              <a:endParaRPr lang="zh-CN" altLang="en-US" sz="9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54C64E3-E6A7-5429-AFD0-EB18399F13D1}"/>
                </a:ext>
              </a:extLst>
            </p:cNvPr>
            <p:cNvSpPr txBox="1"/>
            <p:nvPr/>
          </p:nvSpPr>
          <p:spPr>
            <a:xfrm>
              <a:off x="19501104" y="8225209"/>
              <a:ext cx="2581156" cy="14465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88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Ciao</a:t>
              </a:r>
              <a:endParaRPr lang="zh-CN" altLang="en-US" sz="8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E0AB203B-7B72-3C1C-CFD7-9DCD3CDF3A37}"/>
                </a:ext>
              </a:extLst>
            </p:cNvPr>
            <p:cNvSpPr txBox="1"/>
            <p:nvPr/>
          </p:nvSpPr>
          <p:spPr>
            <a:xfrm>
              <a:off x="25828752" y="8528772"/>
              <a:ext cx="6340197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9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こんにちは</a:t>
              </a:r>
              <a:endParaRPr lang="zh-CN" altLang="en-US" sz="9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05843411-7539-5AA5-DCC5-881B012E2FBD}"/>
                </a:ext>
              </a:extLst>
            </p:cNvPr>
            <p:cNvSpPr txBox="1"/>
            <p:nvPr/>
          </p:nvSpPr>
          <p:spPr>
            <a:xfrm>
              <a:off x="22421246" y="10444638"/>
              <a:ext cx="3076483" cy="22159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38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Olá</a:t>
              </a:r>
              <a:endParaRPr lang="zh-CN" altLang="en-US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4D9F9606-3620-F092-81E1-81544B056139}"/>
                </a:ext>
              </a:extLst>
            </p:cNvPr>
            <p:cNvSpPr txBox="1"/>
            <p:nvPr/>
          </p:nvSpPr>
          <p:spPr>
            <a:xfrm>
              <a:off x="21363152" y="15649500"/>
              <a:ext cx="3028393" cy="22159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38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Hei</a:t>
              </a:r>
              <a:endParaRPr lang="zh-CN" altLang="en-US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CC610BE6-28CE-0D52-A48C-55E5DC68F32B}"/>
                </a:ext>
              </a:extLst>
            </p:cNvPr>
            <p:cNvSpPr txBox="1"/>
            <p:nvPr/>
          </p:nvSpPr>
          <p:spPr>
            <a:xfrm>
              <a:off x="25907999" y="13552376"/>
              <a:ext cx="2699778" cy="14465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88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Hola</a:t>
              </a:r>
              <a:endParaRPr lang="zh-CN" altLang="en-US" sz="8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87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A3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E5F29B-4CF2-BEEB-8A8C-AA832F2A2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634202B-E6B3-ED07-F20B-E6204DAA0006}"/>
              </a:ext>
            </a:extLst>
          </p:cNvPr>
          <p:cNvSpPr txBox="1"/>
          <p:nvPr/>
        </p:nvSpPr>
        <p:spPr>
          <a:xfrm>
            <a:off x="16544151" y="3646720"/>
            <a:ext cx="15737000" cy="132805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85700" dirty="0"/>
              <a:t>	</a:t>
            </a:r>
            <a:r>
              <a:rPr lang="zh-CN" altLang="en-US" sz="85700" dirty="0"/>
              <a:t>💬</a:t>
            </a:r>
          </a:p>
        </p:txBody>
      </p:sp>
    </p:spTree>
    <p:extLst>
      <p:ext uri="{BB962C8B-B14F-4D97-AF65-F5344CB8AC3E}">
        <p14:creationId xmlns:p14="http://schemas.microsoft.com/office/powerpoint/2010/main" val="30164458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98</TotalTime>
  <Words>21</Words>
  <Application>Microsoft Office PowerPoint</Application>
  <PresentationFormat>自定义</PresentationFormat>
  <Paragraphs>19</Paragraphs>
  <Slides>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9" baseType="lpstr">
      <vt:lpstr>等线</vt:lpstr>
      <vt:lpstr>微软雅黑</vt:lpstr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revision>7</cp:revision>
  <dcterms:created xsi:type="dcterms:W3CDTF">2025-06-25T09:47:29Z</dcterms:created>
  <dcterms:modified xsi:type="dcterms:W3CDTF">2025-07-09T12:56:46Z</dcterms:modified>
</cp:coreProperties>
</file>