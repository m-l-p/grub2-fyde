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A35"/>
    <a:srgbClr val="F92814"/>
    <a:srgbClr val="FF6C52"/>
    <a:srgbClr val="EFEFEF"/>
    <a:srgbClr val="E4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" d="100"/>
          <a:sy n="25" d="100"/>
        </p:scale>
        <p:origin x="12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26155-FFFE-4A9D-8973-3A0436D43F87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7E86F-219F-40A0-9A6C-29D942F99E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04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13716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27432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41148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54864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68580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82296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96012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109728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倒计时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7E86F-219F-40A0-9A6C-29D942F99E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763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语言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7E86F-219F-40A0-9A6C-29D942F99E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439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90165-C8DE-A418-241B-3F9A551A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5C2250-6B1D-E5E3-3EB3-82F3C3C68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AB1378-7DA1-BEF0-AE08-EECA6DC60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话语气泡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84D72-8544-909F-9496-126554FF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7E86F-219F-40A0-9A6C-29D942F99E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152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6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22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712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5476875"/>
            <a:ext cx="15544800" cy="13054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5476875"/>
            <a:ext cx="15544800" cy="13054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44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7515225"/>
            <a:ext cx="15473361" cy="110537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5043489"/>
            <a:ext cx="15549564" cy="247173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7515225"/>
            <a:ext cx="15549564" cy="110537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7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39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16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2962277"/>
            <a:ext cx="18516600" cy="14620875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388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2962277"/>
            <a:ext cx="18516600" cy="14620875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55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45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1095375"/>
            <a:ext cx="7886700" cy="174355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1095375"/>
            <a:ext cx="23202900" cy="174355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67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FC4D1-F98E-449F-BDF4-7245C2785A3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D3944-A7C3-4EAE-B2E6-E1CB182C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51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E589883-1604-3FDA-47D3-94B2F405C3AE}"/>
              </a:ext>
            </a:extLst>
          </p:cNvPr>
          <p:cNvSpPr txBox="1"/>
          <p:nvPr/>
        </p:nvSpPr>
        <p:spPr>
          <a:xfrm>
            <a:off x="18726912" y="3646720"/>
            <a:ext cx="11421716" cy="13280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5700" dirty="0"/>
              <a:t>⏳</a:t>
            </a:r>
          </a:p>
        </p:txBody>
      </p:sp>
    </p:spTree>
    <p:extLst>
      <p:ext uri="{BB962C8B-B14F-4D97-AF65-F5344CB8AC3E}">
        <p14:creationId xmlns:p14="http://schemas.microsoft.com/office/powerpoint/2010/main" val="122036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0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7859A2BF-5702-6F27-5CA6-95C62D42D98E}"/>
              </a:ext>
            </a:extLst>
          </p:cNvPr>
          <p:cNvGrpSpPr/>
          <p:nvPr/>
        </p:nvGrpSpPr>
        <p:grpSpPr>
          <a:xfrm>
            <a:off x="19026402" y="2092116"/>
            <a:ext cx="16198413" cy="16389767"/>
            <a:chOff x="15970536" y="1475724"/>
            <a:chExt cx="16198413" cy="1638976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A7EA040-C2AB-C3E3-8BC1-4C9C25C142B2}"/>
                </a:ext>
              </a:extLst>
            </p:cNvPr>
            <p:cNvSpPr txBox="1"/>
            <p:nvPr/>
          </p:nvSpPr>
          <p:spPr>
            <a:xfrm>
              <a:off x="21646996" y="5855017"/>
              <a:ext cx="4624984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Hello</a:t>
              </a:r>
              <a:endParaRPr lang="zh-CN" altLang="en-US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BFE2D7A-BD2B-2481-1E43-D4A25651FF0E}"/>
                </a:ext>
              </a:extLst>
            </p:cNvPr>
            <p:cNvSpPr txBox="1"/>
            <p:nvPr/>
          </p:nvSpPr>
          <p:spPr>
            <a:xfrm>
              <a:off x="15970536" y="9671759"/>
              <a:ext cx="3724096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你好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04DCCF9-D537-6BF0-8E7C-D1B073BA4DEF}"/>
                </a:ext>
              </a:extLst>
            </p:cNvPr>
            <p:cNvSpPr txBox="1"/>
            <p:nvPr/>
          </p:nvSpPr>
          <p:spPr>
            <a:xfrm>
              <a:off x="16061268" y="13941681"/>
              <a:ext cx="4453463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Bonjour</a:t>
              </a:r>
              <a:endParaRPr lang="zh-CN" altLang="en-US" sz="8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952C4A0-9D1E-C1AD-8283-59B176111AD8}"/>
                </a:ext>
              </a:extLst>
            </p:cNvPr>
            <p:cNvSpPr txBox="1"/>
            <p:nvPr/>
          </p:nvSpPr>
          <p:spPr>
            <a:xfrm>
              <a:off x="16205376" y="3650664"/>
              <a:ext cx="325441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Hallo</a:t>
              </a:r>
              <a:endParaRPr lang="zh-CN" altLang="en-US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54DF1FB-EF33-4C71-2E38-DF46CEB64F7F}"/>
                </a:ext>
              </a:extLst>
            </p:cNvPr>
            <p:cNvSpPr txBox="1"/>
            <p:nvPr/>
          </p:nvSpPr>
          <p:spPr>
            <a:xfrm>
              <a:off x="19806853" y="1475724"/>
              <a:ext cx="869340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z-Cyrl-AZ" altLang="zh-CN" sz="9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Здравствыйте</a:t>
              </a:r>
              <a:endParaRPr lang="zh-CN" altLang="en-US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A65442E-B68D-4ADC-2FB6-931E6EC1F79F}"/>
                </a:ext>
              </a:extLst>
            </p:cNvPr>
            <p:cNvSpPr txBox="1"/>
            <p:nvPr/>
          </p:nvSpPr>
          <p:spPr>
            <a:xfrm>
              <a:off x="27525590" y="4217418"/>
              <a:ext cx="216437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9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Hej</a:t>
              </a:r>
              <a:endParaRPr lang="zh-CN" altLang="en-US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54C64E3-E6A7-5429-AFD0-EB18399F13D1}"/>
                </a:ext>
              </a:extLst>
            </p:cNvPr>
            <p:cNvSpPr txBox="1"/>
            <p:nvPr/>
          </p:nvSpPr>
          <p:spPr>
            <a:xfrm>
              <a:off x="19501104" y="8225209"/>
              <a:ext cx="2581156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Ciao</a:t>
              </a:r>
              <a:endParaRPr lang="zh-CN" altLang="en-US" sz="8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0AB203B-7B72-3C1C-CFD7-9DCD3CDF3A37}"/>
                </a:ext>
              </a:extLst>
            </p:cNvPr>
            <p:cNvSpPr txBox="1"/>
            <p:nvPr/>
          </p:nvSpPr>
          <p:spPr>
            <a:xfrm>
              <a:off x="25828752" y="8528772"/>
              <a:ext cx="634019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9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こんにちは</a:t>
              </a:r>
              <a:endParaRPr lang="zh-CN" altLang="en-US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5843411-7539-5AA5-DCC5-881B012E2FBD}"/>
                </a:ext>
              </a:extLst>
            </p:cNvPr>
            <p:cNvSpPr txBox="1"/>
            <p:nvPr/>
          </p:nvSpPr>
          <p:spPr>
            <a:xfrm>
              <a:off x="22421246" y="10444638"/>
              <a:ext cx="3076483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Olá</a:t>
              </a:r>
              <a:endParaRPr lang="zh-CN" altLang="en-US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D9F9606-3620-F092-81E1-81544B056139}"/>
                </a:ext>
              </a:extLst>
            </p:cNvPr>
            <p:cNvSpPr txBox="1"/>
            <p:nvPr/>
          </p:nvSpPr>
          <p:spPr>
            <a:xfrm>
              <a:off x="21363152" y="15649500"/>
              <a:ext cx="3028393" cy="2215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</a:t>
              </a:r>
              <a:endParaRPr lang="zh-CN" altLang="en-US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C610BE6-28CE-0D52-A48C-55E5DC68F32B}"/>
                </a:ext>
              </a:extLst>
            </p:cNvPr>
            <p:cNvSpPr txBox="1"/>
            <p:nvPr/>
          </p:nvSpPr>
          <p:spPr>
            <a:xfrm>
              <a:off x="25907999" y="13552376"/>
              <a:ext cx="269977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Hola</a:t>
              </a:r>
              <a:endParaRPr lang="zh-CN" altLang="en-US" sz="8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8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5F29B-4CF2-BEEB-8A8C-AA832F2A2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34202B-E6B3-ED07-F20B-E6204DAA0006}"/>
              </a:ext>
            </a:extLst>
          </p:cNvPr>
          <p:cNvSpPr txBox="1"/>
          <p:nvPr/>
        </p:nvSpPr>
        <p:spPr>
          <a:xfrm>
            <a:off x="16544151" y="3646720"/>
            <a:ext cx="15737000" cy="132805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5700" dirty="0"/>
              <a:t>	</a:t>
            </a:r>
            <a:r>
              <a:rPr lang="zh-CN" altLang="en-US" sz="85700" dirty="0"/>
              <a:t>💬</a:t>
            </a:r>
          </a:p>
        </p:txBody>
      </p:sp>
    </p:spTree>
    <p:extLst>
      <p:ext uri="{BB962C8B-B14F-4D97-AF65-F5344CB8AC3E}">
        <p14:creationId xmlns:p14="http://schemas.microsoft.com/office/powerpoint/2010/main" val="301644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21</Words>
  <Application>Microsoft Office PowerPoint</Application>
  <PresentationFormat>自定义</PresentationFormat>
  <Paragraphs>19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微软雅黑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aoc</dc:creator>
  <cp:lastModifiedBy>aoc</cp:lastModifiedBy>
  <cp:revision>7</cp:revision>
  <dcterms:created xsi:type="dcterms:W3CDTF">2025-06-25T09:47:29Z</dcterms:created>
  <dcterms:modified xsi:type="dcterms:W3CDTF">2025-07-09T12:56:46Z</dcterms:modified>
</cp:coreProperties>
</file>